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6993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AFD"/>
    <a:srgbClr val="F3F9FD"/>
    <a:srgbClr val="62E291"/>
    <a:srgbClr val="DEE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4188"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0153E-21CE-45DF-9122-75E0E1AE9D7B}" type="datetimeFigureOut">
              <a:rPr lang="en-CA" smtClean="0"/>
              <a:t>2026-01-19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92308-E548-43A9-8367-228B85112070}" type="slidenum">
              <a:rPr lang="en-CA" smtClean="0"/>
              <a:t>‹#›</a:t>
            </a:fld>
            <a:endParaRPr lang="en-CA"/>
          </a:p>
        </p:txBody>
      </p:sp>
    </p:spTree>
    <p:extLst>
      <p:ext uri="{BB962C8B-B14F-4D97-AF65-F5344CB8AC3E}">
        <p14:creationId xmlns:p14="http://schemas.microsoft.com/office/powerpoint/2010/main" val="64093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4432" lvl="1" indent="-171450">
              <a:buFont typeface="Arial" panose="020B0604020202020204" pitchFamily="34" charset="0"/>
              <a:buChar char="•"/>
            </a:pPr>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3FACBC-306F-47B9-81C3-428BB4AA8297}"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1/19/2026 2:00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9735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rgbClr val="FFFFFF"/>
        </a:solidFill>
        <a:effectLst/>
      </p:bgPr>
    </p:bg>
    <p:spTree>
      <p:nvGrpSpPr>
        <p:cNvPr id="1" name=""/>
        <p:cNvGrpSpPr/>
        <p:nvPr/>
      </p:nvGrpSpPr>
      <p:grpSpPr>
        <a:xfrm>
          <a:off x="0" y="0"/>
          <a:ext cx="0" cy="0"/>
          <a:chOff x="0" y="0"/>
          <a:chExt cx="0" cy="0"/>
        </a:xfrm>
      </p:grpSpPr>
      <p:pic>
        <p:nvPicPr>
          <p:cNvPr id="3" name="Picture 2" descr="A picture containing snow, skiing, man, table&#10;&#10;Description automatically generated">
            <a:extLst>
              <a:ext uri="{FF2B5EF4-FFF2-40B4-BE49-F238E27FC236}">
                <a16:creationId xmlns:a16="http://schemas.microsoft.com/office/drawing/2014/main" id="{D05A0A04-3E77-4881-8D4B-236B7770FA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0121"/>
          <a:stretch/>
        </p:blipFill>
        <p:spPr>
          <a:xfrm>
            <a:off x="0" y="0"/>
            <a:ext cx="12192000" cy="6858001"/>
          </a:xfrm>
          <a:prstGeom prst="rect">
            <a:avLst/>
          </a:prstGeom>
        </p:spPr>
      </p:pic>
      <p:sp>
        <p:nvSpPr>
          <p:cNvPr id="4" name="Rectangle 3">
            <a:extLst>
              <a:ext uri="{FF2B5EF4-FFF2-40B4-BE49-F238E27FC236}">
                <a16:creationId xmlns:a16="http://schemas.microsoft.com/office/drawing/2014/main" id="{2D1DDD9B-8629-4A3D-934C-308CD31A16D7}"/>
              </a:ext>
            </a:extLst>
          </p:cNvPr>
          <p:cNvSpPr/>
          <p:nvPr userDrawn="1"/>
        </p:nvSpPr>
        <p:spPr bwMode="auto">
          <a:xfrm>
            <a:off x="0" y="1"/>
            <a:ext cx="7414260" cy="6858000"/>
          </a:xfrm>
          <a:prstGeom prst="rect">
            <a:avLst/>
          </a:prstGeom>
          <a:gradFill flip="none" rotWithShape="1">
            <a:gsLst>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l" defTabSz="811730" fontAlgn="base">
              <a:spcBef>
                <a:spcPct val="0"/>
              </a:spcBef>
              <a:spcAft>
                <a:spcPct val="0"/>
              </a:spcAft>
            </a:pPr>
            <a:endParaRPr lang="en-CA" sz="1741"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568914"/>
            <a:ext cx="4167887" cy="964623"/>
          </a:xfrm>
        </p:spPr>
        <p:txBody>
          <a:bodyPr anchor="b" anchorCtr="0">
            <a:spAutoFit/>
          </a:bodyPr>
          <a:lstStyle>
            <a:lvl1pPr>
              <a:defRPr>
                <a:solidFill>
                  <a:srgbClr val="30E5D0"/>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a:t>
            </a:r>
          </a:p>
        </p:txBody>
      </p:sp>
      <p:pic>
        <p:nvPicPr>
          <p:cNvPr id="22" name="MS logo gray - EMF" descr="Microsoft logo, gray text version">
            <a:extLst>
              <a:ext uri="{FF2B5EF4-FFF2-40B4-BE49-F238E27FC236}">
                <a16:creationId xmlns:a16="http://schemas.microsoft.com/office/drawing/2014/main" id="{7974B5BE-9DE3-4677-9705-03E3F55E5966}"/>
              </a:ext>
            </a:extLst>
          </p:cNvPr>
          <p:cNvPicPr>
            <a:picLocks noChangeAspect="1"/>
          </p:cNvPicPr>
          <p:nvPr userDrawn="1"/>
        </p:nvPicPr>
        <p:blipFill>
          <a:blip r:embed="rId3"/>
          <a:stretch>
            <a:fillRect/>
          </a:stretch>
        </p:blipFill>
        <p:spPr bwMode="black">
          <a:xfrm>
            <a:off x="1568195" y="589877"/>
            <a:ext cx="1366440" cy="292608"/>
          </a:xfrm>
          <a:prstGeom prst="rect">
            <a:avLst/>
          </a:prstGeom>
        </p:spPr>
      </p:pic>
      <p:pic>
        <p:nvPicPr>
          <p:cNvPr id="23" name="Picture 4" descr="Bell Canada - Wikipedia">
            <a:extLst>
              <a:ext uri="{FF2B5EF4-FFF2-40B4-BE49-F238E27FC236}">
                <a16:creationId xmlns:a16="http://schemas.microsoft.com/office/drawing/2014/main" id="{D56C791F-B339-4A4E-954F-B2676691D6B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82043" y="585789"/>
            <a:ext cx="520521" cy="296697"/>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221A671E-C19A-48C3-A91F-668CCCE5323D}"/>
              </a:ext>
            </a:extLst>
          </p:cNvPr>
          <p:cNvCxnSpPr/>
          <p:nvPr userDrawn="1"/>
        </p:nvCxnSpPr>
        <p:spPr>
          <a:xfrm>
            <a:off x="1342070" y="585789"/>
            <a:ext cx="0" cy="296697"/>
          </a:xfrm>
          <a:prstGeom prst="line">
            <a:avLst/>
          </a:prstGeom>
          <a:ln w="12700">
            <a:solidFill>
              <a:srgbClr val="73737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406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568914"/>
            <a:ext cx="4167887" cy="964623"/>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Picture 5" descr="Two women working in an office.&#10;&#10;">
            <a:extLst>
              <a:ext uri="{FF2B5EF4-FFF2-40B4-BE49-F238E27FC236}">
                <a16:creationId xmlns:a16="http://schemas.microsoft.com/office/drawing/2014/main" id="{73666D3B-9CD2-42EE-B937-0DD8CE1638AA}"/>
              </a:ext>
            </a:extLst>
          </p:cNvPr>
          <p:cNvPicPr>
            <a:picLocks noChangeAspect="1"/>
          </p:cNvPicPr>
          <p:nvPr userDrawn="1"/>
        </p:nvPicPr>
        <p:blipFill rotWithShape="1">
          <a:blip r:embed="rId2"/>
          <a:srcRect l="10963" r="22388"/>
          <a:stretch/>
        </p:blipFill>
        <p:spPr bwMode="ltGray">
          <a:xfrm>
            <a:off x="5334000" y="1"/>
            <a:ext cx="6858000" cy="6858000"/>
          </a:xfrm>
          <a:prstGeom prst="rect">
            <a:avLst/>
          </a:prstGeom>
        </p:spPr>
      </p:pic>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3"/>
          <a:stretch>
            <a:fillRect/>
          </a:stretch>
        </p:blipFill>
        <p:spPr bwMode="black">
          <a:xfrm>
            <a:off x="584201" y="585788"/>
            <a:ext cx="1366440" cy="292608"/>
          </a:xfrm>
          <a:prstGeom prst="rect">
            <a:avLst/>
          </a:prstGeom>
        </p:spPr>
      </p:pic>
    </p:spTree>
    <p:extLst>
      <p:ext uri="{BB962C8B-B14F-4D97-AF65-F5344CB8AC3E}">
        <p14:creationId xmlns:p14="http://schemas.microsoft.com/office/powerpoint/2010/main" val="1499161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051464"/>
            <a:ext cx="9144000" cy="482312"/>
          </a:xfrm>
          <a:noFill/>
        </p:spPr>
        <p:txBody>
          <a:bodyPr lIns="0" tIns="0" rIns="0" bIns="0" anchor="b" anchorCtr="0">
            <a:spAutoFit/>
          </a:bodyPr>
          <a:lstStyle>
            <a:lvl1pPr>
              <a:defRPr sz="3134" spc="-44"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1" y="585788"/>
            <a:ext cx="1366245" cy="292608"/>
          </a:xfrm>
          <a:prstGeom prst="rect">
            <a:avLst/>
          </a:prstGeom>
        </p:spPr>
      </p:pic>
    </p:spTree>
    <p:extLst>
      <p:ext uri="{BB962C8B-B14F-4D97-AF65-F5344CB8AC3E}">
        <p14:creationId xmlns:p14="http://schemas.microsoft.com/office/powerpoint/2010/main" val="29679180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051464"/>
            <a:ext cx="9144000" cy="482312"/>
          </a:xfrm>
          <a:noFill/>
        </p:spPr>
        <p:txBody>
          <a:bodyPr lIns="0" tIns="0" rIns="0" bIns="0" anchor="b" anchorCtr="0">
            <a:spAutoFit/>
          </a:bodyPr>
          <a:lstStyle>
            <a:lvl1pPr>
              <a:defRPr sz="3134" spc="-44"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1" y="585788"/>
            <a:ext cx="1366440" cy="292608"/>
          </a:xfrm>
          <a:prstGeom prst="rect">
            <a:avLst/>
          </a:prstGeom>
        </p:spPr>
      </p:pic>
    </p:spTree>
    <p:extLst>
      <p:ext uri="{BB962C8B-B14F-4D97-AF65-F5344CB8AC3E}">
        <p14:creationId xmlns:p14="http://schemas.microsoft.com/office/powerpoint/2010/main" val="22955316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4040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6585473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1"/>
            <a:ext cx="11018520" cy="1404039"/>
          </a:xfrm>
        </p:spPr>
        <p:txBody>
          <a:bodyPr wrap="square">
            <a:spAutoFit/>
          </a:bodyPr>
          <a:lstStyle>
            <a:lvl1pPr marL="0" indent="0">
              <a:buNone/>
              <a:defRPr/>
            </a:lvl1pPr>
            <a:lvl2pPr marL="198999" indent="0">
              <a:buNone/>
              <a:defRPr/>
            </a:lvl2pPr>
            <a:lvl3pPr marL="397999" indent="0">
              <a:buNone/>
              <a:defRPr/>
            </a:lvl3pPr>
            <a:lvl4pPr marL="596998" indent="0">
              <a:buNone/>
              <a:defRPr/>
            </a:lvl4pPr>
            <a:lvl5pPr marL="79599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91369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404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404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951176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p:cNvSpPr>
            <a:spLocks noGrp="1"/>
          </p:cNvSpPr>
          <p:nvPr>
            <p:ph type="body" sz="quarter" idx="10"/>
          </p:nvPr>
        </p:nvSpPr>
        <p:spPr>
          <a:xfrm>
            <a:off x="584201" y="1435100"/>
            <a:ext cx="5212080" cy="1404039"/>
          </a:xfrm>
        </p:spPr>
        <p:txBody>
          <a:bodyPr wrap="square">
            <a:spAutoFit/>
          </a:bodyPr>
          <a:lstStyle>
            <a:lvl1pPr marL="0" indent="0">
              <a:spcBef>
                <a:spcPts val="1066"/>
              </a:spcBef>
              <a:buClr>
                <a:schemeClr val="tx1"/>
              </a:buClr>
              <a:buFont typeface="Wingdings" panose="05000000000000000000" pitchFamily="2" charset="2"/>
              <a:buNone/>
              <a:defRPr sz="2437" b="0">
                <a:latin typeface="Segoe UI" panose="020B0502040204020203" pitchFamily="34" charset="0"/>
                <a:cs typeface="Segoe UI" panose="020B0502040204020203" pitchFamily="34" charset="0"/>
              </a:defRPr>
            </a:lvl1pPr>
            <a:lvl2pPr marL="222492" indent="0">
              <a:buFont typeface="Wingdings" panose="05000000000000000000" pitchFamily="2" charset="2"/>
              <a:buNone/>
              <a:defRPr sz="1741" b="0"/>
            </a:lvl2pPr>
            <a:lvl3pPr marL="392471" indent="0">
              <a:buFont typeface="Wingdings" panose="05000000000000000000" pitchFamily="2" charset="2"/>
              <a:buNone/>
              <a:tabLst/>
              <a:defRPr sz="1393" b="0"/>
            </a:lvl3pPr>
            <a:lvl4pPr marL="567977" indent="0">
              <a:buFont typeface="Wingdings" panose="05000000000000000000" pitchFamily="2" charset="2"/>
              <a:buNone/>
              <a:defRPr sz="1219" b="0"/>
            </a:lvl4pPr>
            <a:lvl5pPr marL="743484" indent="0">
              <a:buFont typeface="Wingdings" panose="05000000000000000000" pitchFamily="2" charset="2"/>
              <a:buNone/>
              <a:tabLst/>
              <a:defRPr sz="1219"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404039"/>
          </a:xfrm>
        </p:spPr>
        <p:txBody>
          <a:bodyPr wrap="square">
            <a:spAutoFit/>
          </a:bodyPr>
          <a:lstStyle>
            <a:lvl1pPr marL="0" indent="0">
              <a:spcBef>
                <a:spcPts val="1066"/>
              </a:spcBef>
              <a:buClr>
                <a:schemeClr val="tx1"/>
              </a:buClr>
              <a:buFont typeface="Wingdings" panose="05000000000000000000" pitchFamily="2" charset="2"/>
              <a:buNone/>
              <a:defRPr sz="2437" b="0">
                <a:latin typeface="Segoe UI" panose="020B0502040204020203" pitchFamily="34" charset="0"/>
                <a:cs typeface="Segoe UI" panose="020B0502040204020203" pitchFamily="34" charset="0"/>
              </a:defRPr>
            </a:lvl1pPr>
            <a:lvl2pPr marL="222492" indent="0">
              <a:buFont typeface="Wingdings" panose="05000000000000000000" pitchFamily="2" charset="2"/>
              <a:buNone/>
              <a:defRPr sz="1741" b="0"/>
            </a:lvl2pPr>
            <a:lvl3pPr marL="392471" indent="0">
              <a:buFont typeface="Wingdings" panose="05000000000000000000" pitchFamily="2" charset="2"/>
              <a:buNone/>
              <a:tabLst/>
              <a:defRPr sz="1393" b="0"/>
            </a:lvl3pPr>
            <a:lvl4pPr marL="567977" indent="0">
              <a:buFont typeface="Wingdings" panose="05000000000000000000" pitchFamily="2" charset="2"/>
              <a:buNone/>
              <a:defRPr sz="1219" b="0"/>
            </a:lvl4pPr>
            <a:lvl5pPr marL="743484" indent="0">
              <a:buFont typeface="Wingdings" panose="05000000000000000000" pitchFamily="2" charset="2"/>
              <a:buNone/>
              <a:tabLst/>
              <a:defRPr sz="1219"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44495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99411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32527"/>
          </a:xfrm>
        </p:spPr>
        <p:txBody>
          <a:bodyPr tIns="64008"/>
          <a:lstStyle>
            <a:lvl1pPr>
              <a:defRPr sz="1741"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654106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4" y="2159576"/>
            <a:ext cx="4158362" cy="964623"/>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294824"/>
          </a:xfrm>
        </p:spPr>
        <p:txBody>
          <a:bodyPr/>
          <a:lstStyle>
            <a:lvl1pPr marL="0" indent="0">
              <a:buNone/>
              <a:defRPr sz="1916">
                <a:latin typeface="+mn-lt"/>
              </a:defRPr>
            </a:lvl1pPr>
            <a:lvl2pPr marL="198999" indent="0">
              <a:buNone/>
              <a:defRPr/>
            </a:lvl2pPr>
            <a:lvl3pPr marL="397999" indent="0">
              <a:buNone/>
              <a:defRPr/>
            </a:lvl3pPr>
            <a:lvl4pPr marL="576269" indent="0">
              <a:buNone/>
              <a:defRPr/>
            </a:lvl4pPr>
            <a:lvl5pPr marL="744866"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8535337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4" y="2945101"/>
            <a:ext cx="4159950" cy="964623"/>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707426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50077"/>
          </a:xfrm>
        </p:spPr>
        <p:txBody>
          <a:bodyPr anchor="t"/>
          <a:lstStyle>
            <a:lvl1pPr>
              <a:defRPr sz="2437"/>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3655629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1"/>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134"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423088351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1"/>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134"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35466716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1" y="1"/>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134"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85723738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4" y="5471971"/>
            <a:ext cx="11018520" cy="48231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219"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5153373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4" y="902129"/>
            <a:ext cx="11018520" cy="48231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219"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325221452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871"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871"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43349781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4"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416622183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5"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5"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1"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1"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24743838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2"/>
            <a:ext cx="3182027" cy="482312"/>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4" y="2309812"/>
            <a:ext cx="7254865" cy="375039"/>
          </a:xfrm>
        </p:spPr>
        <p:txBody>
          <a:bodyPr anchor="t"/>
          <a:lstStyle>
            <a:lvl1pPr marL="0" indent="0">
              <a:spcAft>
                <a:spcPts val="697"/>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2019300"/>
            <a:ext cx="3182112" cy="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88502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86257"/>
            <a:ext cx="3182027" cy="482312"/>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39893"/>
            <a:ext cx="6667500" cy="3750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1"/>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8986778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97728"/>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rgbClr val="30E5D0"/>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94824"/>
          </a:xfrm>
          <a:noFill/>
        </p:spPr>
        <p:txBody>
          <a:bodyPr lIns="0" tIns="0" rIns="0" bIns="0">
            <a:spAutoFit/>
          </a:bodyPr>
          <a:lstStyle>
            <a:lvl1pPr marL="0" indent="0">
              <a:spcBef>
                <a:spcPts val="0"/>
              </a:spcBef>
              <a:spcAft>
                <a:spcPts val="0"/>
              </a:spcAft>
              <a:buFont typeface="Arial" panose="020B0604020202020204" pitchFamily="34" charset="0"/>
              <a:buNone/>
              <a:defRPr sz="1916"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27466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97728"/>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94824"/>
          </a:xfrm>
          <a:noFill/>
        </p:spPr>
        <p:txBody>
          <a:bodyPr lIns="0" tIns="0" rIns="0" bIns="0">
            <a:spAutoFit/>
          </a:bodyPr>
          <a:lstStyle>
            <a:lvl1pPr marL="0" indent="0">
              <a:spcBef>
                <a:spcPts val="0"/>
              </a:spcBef>
              <a:spcAft>
                <a:spcPts val="0"/>
              </a:spcAft>
              <a:buFont typeface="Arial" panose="020B0604020202020204" pitchFamily="34" charset="0"/>
              <a:buNone/>
              <a:defRPr sz="1916"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106826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0313"/>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rgbClr val="30E5D0"/>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05545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0313"/>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933354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4248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86338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4" y="1436689"/>
            <a:ext cx="11018520" cy="1661224"/>
          </a:xfrm>
        </p:spPr>
        <p:txBody>
          <a:bodyPr/>
          <a:lstStyle>
            <a:lvl1pPr marL="0" indent="0">
              <a:buNone/>
              <a:defRPr sz="2437">
                <a:solidFill>
                  <a:schemeClr val="tx1"/>
                </a:solidFill>
                <a:latin typeface="Consolas" panose="020B0609020204030204" pitchFamily="49" charset="0"/>
                <a:cs typeface="Consolas" panose="020B0609020204030204" pitchFamily="49" charset="0"/>
              </a:defRPr>
            </a:lvl1pPr>
            <a:lvl2pPr marL="301679" indent="0">
              <a:buNone/>
              <a:defRPr sz="2090">
                <a:solidFill>
                  <a:schemeClr val="tx1"/>
                </a:solidFill>
                <a:latin typeface="Consolas" panose="020B0609020204030204" pitchFamily="49" charset="0"/>
                <a:cs typeface="Consolas" panose="020B0609020204030204" pitchFamily="49" charset="0"/>
              </a:defRPr>
            </a:lvl2pPr>
            <a:lvl3pPr marL="508908" indent="0">
              <a:buNone/>
              <a:defRPr sz="1741">
                <a:solidFill>
                  <a:schemeClr val="tx1"/>
                </a:solidFill>
                <a:latin typeface="Consolas" panose="020B0609020204030204" pitchFamily="49" charset="0"/>
                <a:cs typeface="Consolas" panose="020B0609020204030204" pitchFamily="49" charset="0"/>
              </a:defRPr>
            </a:lvl3pPr>
            <a:lvl4pPr marL="709088" indent="0">
              <a:buNone/>
              <a:defRPr sz="1567">
                <a:solidFill>
                  <a:schemeClr val="tx1"/>
                </a:solidFill>
                <a:latin typeface="Consolas" panose="020B0609020204030204" pitchFamily="49" charset="0"/>
                <a:cs typeface="Consolas" panose="020B0609020204030204" pitchFamily="49" charset="0"/>
              </a:defRPr>
            </a:lvl4pPr>
            <a:lvl5pPr marL="914907" indent="0">
              <a:buNone/>
              <a:defRPr sz="1567">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329272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1" y="6175295"/>
            <a:ext cx="4482124" cy="93744"/>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811571" eaLnBrk="0" hangingPunct="0"/>
            <a:r>
              <a:rPr lang="en-US" sz="609">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1" y="585788"/>
            <a:ext cx="1366245" cy="292608"/>
          </a:xfrm>
          <a:prstGeom prst="rect">
            <a:avLst/>
          </a:prstGeom>
        </p:spPr>
      </p:pic>
    </p:spTree>
    <p:extLst>
      <p:ext uri="{BB962C8B-B14F-4D97-AF65-F5344CB8AC3E}">
        <p14:creationId xmlns:p14="http://schemas.microsoft.com/office/powerpoint/2010/main" val="6124793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9"/>
            <a:ext cx="11018838" cy="1929182"/>
          </a:xfrm>
        </p:spPr>
        <p:txBody>
          <a:bodyPr>
            <a:spAutoFit/>
          </a:bodyPr>
          <a:lstStyle>
            <a:lvl1pPr>
              <a:defRPr sz="3134">
                <a:latin typeface="+mn-lt"/>
              </a:defRPr>
            </a:lvl1pPr>
            <a:lvl2pPr>
              <a:defRPr sz="2437">
                <a:latin typeface="+mn-lt"/>
              </a:defRPr>
            </a:lvl2pPr>
            <a:lvl3pPr>
              <a:defRPr sz="2090">
                <a:latin typeface="+mn-lt"/>
              </a:defRPr>
            </a:lvl3pPr>
            <a:lvl4pPr>
              <a:defRPr sz="1741">
                <a:latin typeface="+mn-lt"/>
              </a:defRPr>
            </a:lvl4pPr>
            <a:lvl5pPr>
              <a:defRPr sz="1567">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221" spc="-45"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41233528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6B261-C839-433B-9392-9F2254CA90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BF400E92-10F6-43F2-97F5-3DF35A0980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061D615-976A-4557-8B59-F1B941D2DAF7}"/>
              </a:ext>
            </a:extLst>
          </p:cNvPr>
          <p:cNvSpPr>
            <a:spLocks noGrp="1"/>
          </p:cNvSpPr>
          <p:nvPr>
            <p:ph type="dt" sz="half" idx="10"/>
          </p:nvPr>
        </p:nvSpPr>
        <p:spPr/>
        <p:txBody>
          <a:bodyPr/>
          <a:lstStyle/>
          <a:p>
            <a:fld id="{1E6860D9-D6A3-4042-90D8-3CED1D349778}" type="datetimeFigureOut">
              <a:rPr lang="en-CA" smtClean="0"/>
              <a:t>2026-01-19</a:t>
            </a:fld>
            <a:endParaRPr lang="en-CA"/>
          </a:p>
        </p:txBody>
      </p:sp>
      <p:sp>
        <p:nvSpPr>
          <p:cNvPr id="5" name="Footer Placeholder 4">
            <a:extLst>
              <a:ext uri="{FF2B5EF4-FFF2-40B4-BE49-F238E27FC236}">
                <a16:creationId xmlns:a16="http://schemas.microsoft.com/office/drawing/2014/main" id="{BF52CDA1-B83B-45D0-BC15-E8C81119141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3A6866F-DD43-4C34-AB6E-6EEDBAC5C91F}"/>
              </a:ext>
            </a:extLst>
          </p:cNvPr>
          <p:cNvSpPr>
            <a:spLocks noGrp="1"/>
          </p:cNvSpPr>
          <p:nvPr>
            <p:ph type="sldNum" sz="quarter" idx="12"/>
          </p:nvPr>
        </p:nvSpPr>
        <p:spPr/>
        <p:txBody>
          <a:bodyPr/>
          <a:lstStyle/>
          <a:p>
            <a:fld id="{5C5667A9-B547-45B3-85CE-D0DF93A1BAE1}" type="slidenum">
              <a:rPr lang="en-CA" smtClean="0"/>
              <a:t>‹#›</a:t>
            </a:fld>
            <a:endParaRPr lang="en-CA"/>
          </a:p>
        </p:txBody>
      </p:sp>
    </p:spTree>
    <p:extLst>
      <p:ext uri="{BB962C8B-B14F-4D97-AF65-F5344CB8AC3E}">
        <p14:creationId xmlns:p14="http://schemas.microsoft.com/office/powerpoint/2010/main" val="22668487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4" y="457200"/>
            <a:ext cx="11018520" cy="48231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40403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1"/>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1"/>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ctr" defTabSz="811730" fontAlgn="base">
              <a:lnSpc>
                <a:spcPct val="90000"/>
              </a:lnSpc>
              <a:spcBef>
                <a:spcPct val="0"/>
              </a:spcBef>
              <a:spcAft>
                <a:spcPct val="0"/>
              </a:spcAft>
            </a:pPr>
            <a:endParaRPr lang="en-US" sz="209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ctr" defTabSz="811730" fontAlgn="base">
              <a:lnSpc>
                <a:spcPct val="90000"/>
              </a:lnSpc>
              <a:spcBef>
                <a:spcPct val="0"/>
              </a:spcBef>
              <a:spcAft>
                <a:spcPct val="0"/>
              </a:spcAft>
            </a:pPr>
            <a:endParaRPr lang="en-US" sz="209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5"/>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481590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transition>
    <p:fade/>
  </p:transition>
  <p:hf sldNum="0" hdr="0" ftr="0" dt="0"/>
  <p:txStyles>
    <p:titleStyle>
      <a:lvl1pPr algn="l" defTabSz="811965" rtl="0" eaLnBrk="1" latinLnBrk="0" hangingPunct="1">
        <a:lnSpc>
          <a:spcPct val="100000"/>
        </a:lnSpc>
        <a:spcBef>
          <a:spcPct val="0"/>
        </a:spcBef>
        <a:buNone/>
        <a:defRPr lang="en-US" sz="3134" b="0" kern="1200" cap="none" spc="-44" baseline="0" dirty="0" smtClean="0">
          <a:ln w="3175">
            <a:noFill/>
          </a:ln>
          <a:solidFill>
            <a:schemeClr val="tx1"/>
          </a:solidFill>
          <a:effectLst/>
          <a:latin typeface="+mj-lt"/>
          <a:ea typeface="+mn-ea"/>
          <a:cs typeface="Segoe UI" pitchFamily="34" charset="0"/>
        </a:defRPr>
      </a:lvl1pPr>
    </p:titleStyle>
    <p:bodyStyle>
      <a:lvl1pPr marL="198999" marR="0" indent="-198999"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437" kern="1200" spc="0" baseline="0">
          <a:solidFill>
            <a:schemeClr val="tx1"/>
          </a:solidFill>
          <a:latin typeface="+mn-lt"/>
          <a:ea typeface="+mn-ea"/>
          <a:cs typeface="Segoe UI" panose="020B0502040204020203" pitchFamily="34" charset="0"/>
        </a:defRPr>
      </a:lvl1pPr>
      <a:lvl2pPr marL="397999" marR="0" indent="-198999"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741" kern="1200" spc="0" baseline="0">
          <a:solidFill>
            <a:schemeClr val="tx1"/>
          </a:solidFill>
          <a:latin typeface="+mn-lt"/>
          <a:ea typeface="+mn-ea"/>
          <a:cs typeface="+mn-cs"/>
        </a:defRPr>
      </a:lvl2pPr>
      <a:lvl3pPr marL="572123" marR="0" indent="-174125"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93" kern="1200" spc="0" baseline="0">
          <a:solidFill>
            <a:schemeClr val="tx1"/>
          </a:solidFill>
          <a:latin typeface="+mn-lt"/>
          <a:ea typeface="+mn-ea"/>
          <a:cs typeface="+mn-cs"/>
        </a:defRPr>
      </a:lvl3pPr>
      <a:lvl4pPr marL="733811" marR="0" indent="-157541"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19" kern="1200" spc="0" baseline="0">
          <a:solidFill>
            <a:schemeClr val="tx1"/>
          </a:solidFill>
          <a:latin typeface="+mn-lt"/>
          <a:ea typeface="+mn-ea"/>
          <a:cs typeface="+mn-cs"/>
        </a:defRPr>
      </a:lvl4pPr>
      <a:lvl5pPr marL="891352" marR="0" indent="-146486"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19" kern="1200" spc="0" baseline="0">
          <a:solidFill>
            <a:schemeClr val="tx1"/>
          </a:solidFill>
          <a:latin typeface="+mn-lt"/>
          <a:ea typeface="+mn-ea"/>
          <a:cs typeface="+mn-cs"/>
        </a:defRPr>
      </a:lvl5pPr>
      <a:lvl6pPr marL="2232902"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6pPr>
      <a:lvl7pPr marL="2638885"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7pPr>
      <a:lvl8pPr marL="3044868"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8pPr>
      <a:lvl9pPr marL="3450851"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9pPr>
    </p:bodyStyle>
    <p:otherStyle>
      <a:defPPr>
        <a:defRPr lang="en-US"/>
      </a:defPPr>
      <a:lvl1pPr marL="0" algn="l" defTabSz="811965" rtl="0" eaLnBrk="1" latinLnBrk="0" hangingPunct="1">
        <a:defRPr sz="1567" kern="1200">
          <a:solidFill>
            <a:schemeClr val="tx1"/>
          </a:solidFill>
          <a:latin typeface="+mn-lt"/>
          <a:ea typeface="+mn-ea"/>
          <a:cs typeface="+mn-cs"/>
        </a:defRPr>
      </a:lvl1pPr>
      <a:lvl2pPr marL="405982" algn="l" defTabSz="811965" rtl="0" eaLnBrk="1" latinLnBrk="0" hangingPunct="1">
        <a:defRPr sz="1567" kern="1200">
          <a:solidFill>
            <a:schemeClr val="tx1"/>
          </a:solidFill>
          <a:latin typeface="+mn-lt"/>
          <a:ea typeface="+mn-ea"/>
          <a:cs typeface="+mn-cs"/>
        </a:defRPr>
      </a:lvl2pPr>
      <a:lvl3pPr marL="811965" algn="l" defTabSz="811965" rtl="0" eaLnBrk="1" latinLnBrk="0" hangingPunct="1">
        <a:defRPr sz="1567" kern="1200">
          <a:solidFill>
            <a:schemeClr val="tx1"/>
          </a:solidFill>
          <a:latin typeface="+mn-lt"/>
          <a:ea typeface="+mn-ea"/>
          <a:cs typeface="+mn-cs"/>
        </a:defRPr>
      </a:lvl3pPr>
      <a:lvl4pPr marL="1217947" algn="l" defTabSz="811965" rtl="0" eaLnBrk="1" latinLnBrk="0" hangingPunct="1">
        <a:defRPr sz="1567" kern="1200">
          <a:solidFill>
            <a:schemeClr val="tx1"/>
          </a:solidFill>
          <a:latin typeface="+mn-lt"/>
          <a:ea typeface="+mn-ea"/>
          <a:cs typeface="+mn-cs"/>
        </a:defRPr>
      </a:lvl4pPr>
      <a:lvl5pPr marL="1623929" algn="l" defTabSz="811965" rtl="0" eaLnBrk="1" latinLnBrk="0" hangingPunct="1">
        <a:defRPr sz="1567" kern="1200">
          <a:solidFill>
            <a:schemeClr val="tx1"/>
          </a:solidFill>
          <a:latin typeface="+mn-lt"/>
          <a:ea typeface="+mn-ea"/>
          <a:cs typeface="+mn-cs"/>
        </a:defRPr>
      </a:lvl5pPr>
      <a:lvl6pPr marL="2029912" algn="l" defTabSz="811965" rtl="0" eaLnBrk="1" latinLnBrk="0" hangingPunct="1">
        <a:defRPr sz="1567" kern="1200">
          <a:solidFill>
            <a:schemeClr val="tx1"/>
          </a:solidFill>
          <a:latin typeface="+mn-lt"/>
          <a:ea typeface="+mn-ea"/>
          <a:cs typeface="+mn-cs"/>
        </a:defRPr>
      </a:lvl6pPr>
      <a:lvl7pPr marL="2435893" algn="l" defTabSz="811965" rtl="0" eaLnBrk="1" latinLnBrk="0" hangingPunct="1">
        <a:defRPr sz="1567" kern="1200">
          <a:solidFill>
            <a:schemeClr val="tx1"/>
          </a:solidFill>
          <a:latin typeface="+mn-lt"/>
          <a:ea typeface="+mn-ea"/>
          <a:cs typeface="+mn-cs"/>
        </a:defRPr>
      </a:lvl7pPr>
      <a:lvl8pPr marL="2841875" algn="l" defTabSz="811965" rtl="0" eaLnBrk="1" latinLnBrk="0" hangingPunct="1">
        <a:defRPr sz="1567" kern="1200">
          <a:solidFill>
            <a:schemeClr val="tx1"/>
          </a:solidFill>
          <a:latin typeface="+mn-lt"/>
          <a:ea typeface="+mn-ea"/>
          <a:cs typeface="+mn-cs"/>
        </a:defRPr>
      </a:lvl8pPr>
      <a:lvl9pPr marL="3247859" algn="l" defTabSz="811965" rtl="0" eaLnBrk="1" latinLnBrk="0" hangingPunct="1">
        <a:defRPr sz="156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emf"/><Relationship Id="rId15" Type="http://schemas.openxmlformats.org/officeDocument/2006/relationships/image" Target="../media/image23.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8" name="Group 577">
            <a:extLst>
              <a:ext uri="{FF2B5EF4-FFF2-40B4-BE49-F238E27FC236}">
                <a16:creationId xmlns:a16="http://schemas.microsoft.com/office/drawing/2014/main" id="{A5F265BC-1BF3-FB1E-45FD-D27ED038DDDC}"/>
              </a:ext>
            </a:extLst>
          </p:cNvPr>
          <p:cNvGrpSpPr/>
          <p:nvPr/>
        </p:nvGrpSpPr>
        <p:grpSpPr>
          <a:xfrm>
            <a:off x="3970020" y="1058355"/>
            <a:ext cx="6097242" cy="5018595"/>
            <a:chOff x="3970020" y="1058355"/>
            <a:chExt cx="6097242" cy="5018595"/>
          </a:xfrm>
        </p:grpSpPr>
        <p:sp>
          <p:nvSpPr>
            <p:cNvPr id="63" name="Rectangle 62">
              <a:extLst>
                <a:ext uri="{FF2B5EF4-FFF2-40B4-BE49-F238E27FC236}">
                  <a16:creationId xmlns:a16="http://schemas.microsoft.com/office/drawing/2014/main" id="{7F60887B-E1DE-294A-CB3E-261B66E653B7}"/>
                </a:ext>
              </a:extLst>
            </p:cNvPr>
            <p:cNvSpPr/>
            <p:nvPr/>
          </p:nvSpPr>
          <p:spPr bwMode="auto">
            <a:xfrm>
              <a:off x="3970020" y="1058355"/>
              <a:ext cx="6097242" cy="5018595"/>
            </a:xfrm>
            <a:prstGeom prst="rect">
              <a:avLst/>
            </a:prstGeom>
            <a:gradFill>
              <a:gsLst>
                <a:gs pos="0">
                  <a:srgbClr val="F7FDFD"/>
                </a:gs>
                <a:gs pos="100000">
                  <a:srgbClr val="EEEEF5"/>
                </a:gs>
              </a:gsLst>
              <a:lin ang="189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6" name="Rectangle: Rounded Corners 135">
              <a:extLst>
                <a:ext uri="{FF2B5EF4-FFF2-40B4-BE49-F238E27FC236}">
                  <a16:creationId xmlns:a16="http://schemas.microsoft.com/office/drawing/2014/main" id="{196B7824-E0D3-D33E-452C-5ADED3515A00}"/>
                </a:ext>
              </a:extLst>
            </p:cNvPr>
            <p:cNvSpPr/>
            <p:nvPr/>
          </p:nvSpPr>
          <p:spPr bwMode="auto">
            <a:xfrm>
              <a:off x="8797757" y="1685721"/>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4" name="Rectangle: Rounded Corners 133">
              <a:extLst>
                <a:ext uri="{FF2B5EF4-FFF2-40B4-BE49-F238E27FC236}">
                  <a16:creationId xmlns:a16="http://schemas.microsoft.com/office/drawing/2014/main" id="{11BA97EB-73D3-773F-0A76-CDDB1FEA16EF}"/>
                </a:ext>
              </a:extLst>
            </p:cNvPr>
            <p:cNvSpPr/>
            <p:nvPr/>
          </p:nvSpPr>
          <p:spPr bwMode="auto">
            <a:xfrm>
              <a:off x="4270354" y="1789153"/>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2" name="Rectangle: Rounded Corners 131">
              <a:extLst>
                <a:ext uri="{FF2B5EF4-FFF2-40B4-BE49-F238E27FC236}">
                  <a16:creationId xmlns:a16="http://schemas.microsoft.com/office/drawing/2014/main" id="{1DC90013-17B3-27DE-9F00-EB77C836CF73}"/>
                </a:ext>
              </a:extLst>
            </p:cNvPr>
            <p:cNvSpPr/>
            <p:nvPr/>
          </p:nvSpPr>
          <p:spPr bwMode="auto">
            <a:xfrm>
              <a:off x="4199629" y="1704955"/>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6" name="Rectangle: Rounded Corners 75">
              <a:extLst>
                <a:ext uri="{FF2B5EF4-FFF2-40B4-BE49-F238E27FC236}">
                  <a16:creationId xmlns:a16="http://schemas.microsoft.com/office/drawing/2014/main" id="{98629A9D-C7A7-CEA3-9FD8-CF0EABC4CFE9}"/>
                </a:ext>
              </a:extLst>
            </p:cNvPr>
            <p:cNvSpPr/>
            <p:nvPr/>
          </p:nvSpPr>
          <p:spPr bwMode="auto">
            <a:xfrm>
              <a:off x="5503076" y="1142495"/>
              <a:ext cx="3153957" cy="2964820"/>
            </a:xfrm>
            <a:prstGeom prst="roundRect">
              <a:avLst>
                <a:gd name="adj" fmla="val 1988"/>
              </a:avLst>
            </a:prstGeom>
            <a:solidFill>
              <a:srgbClr val="E1ECEA"/>
            </a:solidFill>
            <a:ln w="4445" cap="flat" cmpd="sng" algn="ctr">
              <a:solidFill>
                <a:srgbClr val="CAE4E1"/>
              </a:solidFill>
              <a:prstDash val="solid"/>
              <a:headEnd type="none" w="med" len="med"/>
              <a:tailEnd type="none" w="med" len="med"/>
            </a:ln>
            <a:effectLst>
              <a:outerShdw blurRad="50800" dist="38100" dir="5400000" algn="t" rotWithShape="0">
                <a:prstClr val="black">
                  <a:alpha val="7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0" name="Rectangle: Rounded Corners 109">
              <a:extLst>
                <a:ext uri="{FF2B5EF4-FFF2-40B4-BE49-F238E27FC236}">
                  <a16:creationId xmlns:a16="http://schemas.microsoft.com/office/drawing/2014/main" id="{11D5BEFC-4C22-27D6-946A-66E94D8FBF5D}"/>
                </a:ext>
              </a:extLst>
            </p:cNvPr>
            <p:cNvSpPr/>
            <p:nvPr/>
          </p:nvSpPr>
          <p:spPr bwMode="auto">
            <a:xfrm>
              <a:off x="5991023" y="2619375"/>
              <a:ext cx="1914718" cy="1257300"/>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2" name="Rectangle: Rounded Corners 111">
              <a:extLst>
                <a:ext uri="{FF2B5EF4-FFF2-40B4-BE49-F238E27FC236}">
                  <a16:creationId xmlns:a16="http://schemas.microsoft.com/office/drawing/2014/main" id="{F0EF838B-3D06-41EE-9D44-F6910DA8C1E1}"/>
                </a:ext>
              </a:extLst>
            </p:cNvPr>
            <p:cNvSpPr/>
            <p:nvPr/>
          </p:nvSpPr>
          <p:spPr bwMode="auto">
            <a:xfrm>
              <a:off x="6044243" y="3282105"/>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1" name="Rectangle: Rounded Corners 110">
              <a:extLst>
                <a:ext uri="{FF2B5EF4-FFF2-40B4-BE49-F238E27FC236}">
                  <a16:creationId xmlns:a16="http://schemas.microsoft.com/office/drawing/2014/main" id="{A70E8606-6A88-2F20-0CA3-66E0057DF313}"/>
                </a:ext>
              </a:extLst>
            </p:cNvPr>
            <p:cNvSpPr/>
            <p:nvPr/>
          </p:nvSpPr>
          <p:spPr bwMode="auto">
            <a:xfrm>
              <a:off x="6056273" y="2698004"/>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0" name="Rectangle: Rounded Corners 99">
              <a:extLst>
                <a:ext uri="{FF2B5EF4-FFF2-40B4-BE49-F238E27FC236}">
                  <a16:creationId xmlns:a16="http://schemas.microsoft.com/office/drawing/2014/main" id="{C3544D85-B2E9-B2AE-3666-D34383A8CD82}"/>
                </a:ext>
              </a:extLst>
            </p:cNvPr>
            <p:cNvSpPr/>
            <p:nvPr/>
          </p:nvSpPr>
          <p:spPr bwMode="auto">
            <a:xfrm>
              <a:off x="5596322" y="1603939"/>
              <a:ext cx="2646164" cy="724079"/>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3" name="Rectangle: Rounded Corners 102">
              <a:extLst>
                <a:ext uri="{FF2B5EF4-FFF2-40B4-BE49-F238E27FC236}">
                  <a16:creationId xmlns:a16="http://schemas.microsoft.com/office/drawing/2014/main" id="{FCA3819E-2211-A159-2C1D-194ECF21E6C7}"/>
                </a:ext>
              </a:extLst>
            </p:cNvPr>
            <p:cNvSpPr/>
            <p:nvPr/>
          </p:nvSpPr>
          <p:spPr bwMode="auto">
            <a:xfrm>
              <a:off x="7130707" y="1678803"/>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1" name="Rectangle: Rounded Corners 100">
              <a:extLst>
                <a:ext uri="{FF2B5EF4-FFF2-40B4-BE49-F238E27FC236}">
                  <a16:creationId xmlns:a16="http://schemas.microsoft.com/office/drawing/2014/main" id="{A2863022-2F55-133F-67DB-A7128C963EB4}"/>
                </a:ext>
              </a:extLst>
            </p:cNvPr>
            <p:cNvSpPr/>
            <p:nvPr/>
          </p:nvSpPr>
          <p:spPr bwMode="auto">
            <a:xfrm>
              <a:off x="5690191" y="1706027"/>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053" name="Straight Connector 2052">
              <a:extLst>
                <a:ext uri="{FF2B5EF4-FFF2-40B4-BE49-F238E27FC236}">
                  <a16:creationId xmlns:a16="http://schemas.microsoft.com/office/drawing/2014/main" id="{3164B2DB-0245-4CA3-8627-9E9F5DD3869D}"/>
                </a:ext>
              </a:extLst>
            </p:cNvPr>
            <p:cNvCxnSpPr>
              <a:cxnSpLocks/>
            </p:cNvCxnSpPr>
            <p:nvPr/>
          </p:nvCxnSpPr>
          <p:spPr>
            <a:xfrm>
              <a:off x="5505282" y="1420349"/>
              <a:ext cx="37025"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7D40340E-AA60-4C3E-BCE3-58519E68D8B1}"/>
                </a:ext>
              </a:extLst>
            </p:cNvPr>
            <p:cNvCxnSpPr>
              <a:cxnSpLocks/>
            </p:cNvCxnSpPr>
            <p:nvPr/>
          </p:nvCxnSpPr>
          <p:spPr>
            <a:xfrm>
              <a:off x="8660812" y="1441304"/>
              <a:ext cx="0" cy="4635646"/>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136D47A-D38B-4037-98E6-B06C2B2C2E2D}"/>
                </a:ext>
              </a:extLst>
            </p:cNvPr>
            <p:cNvSpPr/>
            <p:nvPr/>
          </p:nvSpPr>
          <p:spPr bwMode="auto">
            <a:xfrm>
              <a:off x="4414747" y="1680706"/>
              <a:ext cx="93972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sp>
          <p:nvSpPr>
            <p:cNvPr id="160" name="Rectangle 159">
              <a:extLst>
                <a:ext uri="{FF2B5EF4-FFF2-40B4-BE49-F238E27FC236}">
                  <a16:creationId xmlns:a16="http://schemas.microsoft.com/office/drawing/2014/main" id="{0BAB1F88-DC87-437D-9892-89EA31C6B212}"/>
                </a:ext>
              </a:extLst>
            </p:cNvPr>
            <p:cNvSpPr/>
            <p:nvPr/>
          </p:nvSpPr>
          <p:spPr bwMode="auto">
            <a:xfrm>
              <a:off x="6391734" y="2685026"/>
              <a:ext cx="1479478"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Apache Spark</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Structured Streaming</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607" name="Rectangle 606">
              <a:extLst>
                <a:ext uri="{FF2B5EF4-FFF2-40B4-BE49-F238E27FC236}">
                  <a16:creationId xmlns:a16="http://schemas.microsoft.com/office/drawing/2014/main" id="{E618F98E-BD55-4689-ABB2-2EE5C6210C55}"/>
                </a:ext>
              </a:extLst>
            </p:cNvPr>
            <p:cNvSpPr/>
            <p:nvPr/>
          </p:nvSpPr>
          <p:spPr bwMode="auto">
            <a:xfrm>
              <a:off x="4073064" y="1259486"/>
              <a:ext cx="1432220"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8" name="Rectangle 607">
              <a:extLst>
                <a:ext uri="{FF2B5EF4-FFF2-40B4-BE49-F238E27FC236}">
                  <a16:creationId xmlns:a16="http://schemas.microsoft.com/office/drawing/2014/main" id="{FBCB9438-40F2-4B54-B411-4BA054878E9B}"/>
                </a:ext>
              </a:extLst>
            </p:cNvPr>
            <p:cNvSpPr/>
            <p:nvPr/>
          </p:nvSpPr>
          <p:spPr bwMode="auto">
            <a:xfrm>
              <a:off x="4406769" y="1269301"/>
              <a:ext cx="803361"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grpSp>
          <p:nvGrpSpPr>
            <p:cNvPr id="609" name="migrate 2" descr="migrate">
              <a:extLst>
                <a:ext uri="{FF2B5EF4-FFF2-40B4-BE49-F238E27FC236}">
                  <a16:creationId xmlns:a16="http://schemas.microsoft.com/office/drawing/2014/main" id="{A45CED65-88CF-44A3-9CF0-2E59C6801CFB}"/>
                </a:ext>
              </a:extLst>
            </p:cNvPr>
            <p:cNvGrpSpPr/>
            <p:nvPr/>
          </p:nvGrpSpPr>
          <p:grpSpPr>
            <a:xfrm>
              <a:off x="4467337" y="1296144"/>
              <a:ext cx="105208" cy="104839"/>
              <a:chOff x="697286" y="2098371"/>
              <a:chExt cx="443544" cy="441988"/>
            </a:xfrm>
          </p:grpSpPr>
          <p:sp>
            <p:nvSpPr>
              <p:cNvPr id="610" name="Freeform 765">
                <a:extLst>
                  <a:ext uri="{FF2B5EF4-FFF2-40B4-BE49-F238E27FC236}">
                    <a16:creationId xmlns:a16="http://schemas.microsoft.com/office/drawing/2014/main" id="{BE4EA399-BB3D-46AB-95B3-DE1AF6E2CEB1}"/>
                  </a:ext>
                </a:extLst>
              </p:cNvPr>
              <p:cNvSpPr>
                <a:spLocks/>
              </p:cNvSpPr>
              <p:nvPr/>
            </p:nvSpPr>
            <p:spPr bwMode="auto">
              <a:xfrm>
                <a:off x="1024108" y="2099928"/>
                <a:ext cx="116722" cy="116722"/>
              </a:xfrm>
              <a:custGeom>
                <a:avLst/>
                <a:gdLst>
                  <a:gd name="T0" fmla="*/ 50 w 101"/>
                  <a:gd name="T1" fmla="*/ 101 h 101"/>
                  <a:gd name="T2" fmla="*/ 0 w 101"/>
                  <a:gd name="T3" fmla="*/ 51 h 101"/>
                  <a:gd name="T4" fmla="*/ 50 w 101"/>
                  <a:gd name="T5" fmla="*/ 0 h 101"/>
                  <a:gd name="T6" fmla="*/ 101 w 101"/>
                  <a:gd name="T7" fmla="*/ 51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9"/>
                      <a:pt x="0" y="51"/>
                    </a:cubicBezTo>
                    <a:cubicBezTo>
                      <a:pt x="0" y="23"/>
                      <a:pt x="22" y="0"/>
                      <a:pt x="50" y="0"/>
                    </a:cubicBezTo>
                    <a:cubicBezTo>
                      <a:pt x="78" y="0"/>
                      <a:pt x="101" y="23"/>
                      <a:pt x="101" y="51"/>
                    </a:cubicBezTo>
                    <a:cubicBezTo>
                      <a:pt x="101" y="79"/>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1" name="Freeform 766">
                <a:extLst>
                  <a:ext uri="{FF2B5EF4-FFF2-40B4-BE49-F238E27FC236}">
                    <a16:creationId xmlns:a16="http://schemas.microsoft.com/office/drawing/2014/main" id="{97D8361A-2FF7-4EE5-AB8E-D8527961EAB7}"/>
                  </a:ext>
                </a:extLst>
              </p:cNvPr>
              <p:cNvSpPr>
                <a:spLocks/>
              </p:cNvSpPr>
              <p:nvPr/>
            </p:nvSpPr>
            <p:spPr bwMode="auto">
              <a:xfrm>
                <a:off x="1024108" y="2261782"/>
                <a:ext cx="116722" cy="116722"/>
              </a:xfrm>
              <a:custGeom>
                <a:avLst/>
                <a:gdLst>
                  <a:gd name="T0" fmla="*/ 50 w 101"/>
                  <a:gd name="T1" fmla="*/ 101 h 101"/>
                  <a:gd name="T2" fmla="*/ 0 w 101"/>
                  <a:gd name="T3" fmla="*/ 50 h 101"/>
                  <a:gd name="T4" fmla="*/ 50 w 101"/>
                  <a:gd name="T5" fmla="*/ 0 h 101"/>
                  <a:gd name="T6" fmla="*/ 101 w 101"/>
                  <a:gd name="T7" fmla="*/ 50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8"/>
                      <a:pt x="0" y="50"/>
                    </a:cubicBezTo>
                    <a:cubicBezTo>
                      <a:pt x="0" y="22"/>
                      <a:pt x="22" y="0"/>
                      <a:pt x="50" y="0"/>
                    </a:cubicBezTo>
                    <a:cubicBezTo>
                      <a:pt x="78" y="0"/>
                      <a:pt x="101" y="22"/>
                      <a:pt x="101" y="50"/>
                    </a:cubicBezTo>
                    <a:cubicBezTo>
                      <a:pt x="101" y="78"/>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2" name="Rectangle 767">
                <a:extLst>
                  <a:ext uri="{FF2B5EF4-FFF2-40B4-BE49-F238E27FC236}">
                    <a16:creationId xmlns:a16="http://schemas.microsoft.com/office/drawing/2014/main" id="{74CDAE8F-75FD-4BE4-8A19-CA0390FFCF89}"/>
                  </a:ext>
                </a:extLst>
              </p:cNvPr>
              <p:cNvSpPr>
                <a:spLocks noChangeArrowheads="1"/>
              </p:cNvSpPr>
              <p:nvPr/>
            </p:nvSpPr>
            <p:spPr bwMode="auto">
              <a:xfrm>
                <a:off x="697286" y="2261782"/>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3" name="Rectangle 768">
                <a:extLst>
                  <a:ext uri="{FF2B5EF4-FFF2-40B4-BE49-F238E27FC236}">
                    <a16:creationId xmlns:a16="http://schemas.microsoft.com/office/drawing/2014/main" id="{3685140C-6969-4142-953F-776CE0DE6177}"/>
                  </a:ext>
                </a:extLst>
              </p:cNvPr>
              <p:cNvSpPr>
                <a:spLocks noChangeArrowheads="1"/>
              </p:cNvSpPr>
              <p:nvPr/>
            </p:nvSpPr>
            <p:spPr bwMode="auto">
              <a:xfrm>
                <a:off x="697286" y="2098371"/>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4" name="Rectangle 769">
                <a:extLst>
                  <a:ext uri="{FF2B5EF4-FFF2-40B4-BE49-F238E27FC236}">
                    <a16:creationId xmlns:a16="http://schemas.microsoft.com/office/drawing/2014/main" id="{BC15FD2E-77ED-4F73-99D0-FE6B564E8C39}"/>
                  </a:ext>
                </a:extLst>
              </p:cNvPr>
              <p:cNvSpPr>
                <a:spLocks noChangeArrowheads="1"/>
              </p:cNvSpPr>
              <p:nvPr/>
            </p:nvSpPr>
            <p:spPr bwMode="auto">
              <a:xfrm>
                <a:off x="697286" y="2423637"/>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5" name="Freeform 770">
                <a:extLst>
                  <a:ext uri="{FF2B5EF4-FFF2-40B4-BE49-F238E27FC236}">
                    <a16:creationId xmlns:a16="http://schemas.microsoft.com/office/drawing/2014/main" id="{5928EF95-D007-4D30-A0DB-F3A81D9C7D34}"/>
                  </a:ext>
                </a:extLst>
              </p:cNvPr>
              <p:cNvSpPr>
                <a:spLocks/>
              </p:cNvSpPr>
              <p:nvPr/>
            </p:nvSpPr>
            <p:spPr bwMode="auto">
              <a:xfrm>
                <a:off x="1024108" y="2423637"/>
                <a:ext cx="116722" cy="116722"/>
              </a:xfrm>
              <a:custGeom>
                <a:avLst/>
                <a:gdLst>
                  <a:gd name="T0" fmla="*/ 50 w 101"/>
                  <a:gd name="T1" fmla="*/ 102 h 102"/>
                  <a:gd name="T2" fmla="*/ 0 w 101"/>
                  <a:gd name="T3" fmla="*/ 51 h 102"/>
                  <a:gd name="T4" fmla="*/ 50 w 101"/>
                  <a:gd name="T5" fmla="*/ 0 h 102"/>
                  <a:gd name="T6" fmla="*/ 101 w 101"/>
                  <a:gd name="T7" fmla="*/ 51 h 102"/>
                  <a:gd name="T8" fmla="*/ 50 w 101"/>
                  <a:gd name="T9" fmla="*/ 102 h 102"/>
                </a:gdLst>
                <a:ahLst/>
                <a:cxnLst>
                  <a:cxn ang="0">
                    <a:pos x="T0" y="T1"/>
                  </a:cxn>
                  <a:cxn ang="0">
                    <a:pos x="T2" y="T3"/>
                  </a:cxn>
                  <a:cxn ang="0">
                    <a:pos x="T4" y="T5"/>
                  </a:cxn>
                  <a:cxn ang="0">
                    <a:pos x="T6" y="T7"/>
                  </a:cxn>
                  <a:cxn ang="0">
                    <a:pos x="T8" y="T9"/>
                  </a:cxn>
                </a:cxnLst>
                <a:rect l="0" t="0" r="r" b="b"/>
                <a:pathLst>
                  <a:path w="101" h="102">
                    <a:moveTo>
                      <a:pt x="50" y="102"/>
                    </a:moveTo>
                    <a:cubicBezTo>
                      <a:pt x="22" y="102"/>
                      <a:pt x="0" y="79"/>
                      <a:pt x="0" y="51"/>
                    </a:cubicBezTo>
                    <a:cubicBezTo>
                      <a:pt x="0" y="23"/>
                      <a:pt x="22" y="0"/>
                      <a:pt x="50" y="0"/>
                    </a:cubicBezTo>
                    <a:cubicBezTo>
                      <a:pt x="78" y="0"/>
                      <a:pt x="101" y="23"/>
                      <a:pt x="101" y="51"/>
                    </a:cubicBezTo>
                    <a:cubicBezTo>
                      <a:pt x="101" y="79"/>
                      <a:pt x="79" y="102"/>
                      <a:pt x="50" y="102"/>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6" name="Freeform 771">
                <a:extLst>
                  <a:ext uri="{FF2B5EF4-FFF2-40B4-BE49-F238E27FC236}">
                    <a16:creationId xmlns:a16="http://schemas.microsoft.com/office/drawing/2014/main" id="{0157DC3C-BCF3-422E-B98D-FCF5212B6BBB}"/>
                  </a:ext>
                </a:extLst>
              </p:cNvPr>
              <p:cNvSpPr>
                <a:spLocks/>
              </p:cNvSpPr>
              <p:nvPr/>
            </p:nvSpPr>
            <p:spPr bwMode="auto">
              <a:xfrm>
                <a:off x="873147" y="2436087"/>
                <a:ext cx="116722" cy="94934"/>
              </a:xfrm>
              <a:custGeom>
                <a:avLst/>
                <a:gdLst>
                  <a:gd name="T0" fmla="*/ 75 w 75"/>
                  <a:gd name="T1" fmla="*/ 31 h 61"/>
                  <a:gd name="T2" fmla="*/ 44 w 75"/>
                  <a:gd name="T3" fmla="*/ 0 h 61"/>
                  <a:gd name="T4" fmla="*/ 44 w 75"/>
                  <a:gd name="T5" fmla="*/ 15 h 61"/>
                  <a:gd name="T6" fmla="*/ 0 w 75"/>
                  <a:gd name="T7" fmla="*/ 15 h 61"/>
                  <a:gd name="T8" fmla="*/ 0 w 75"/>
                  <a:gd name="T9" fmla="*/ 46 h 61"/>
                  <a:gd name="T10" fmla="*/ 44 w 75"/>
                  <a:gd name="T11" fmla="*/ 46 h 61"/>
                  <a:gd name="T12" fmla="*/ 44 w 75"/>
                  <a:gd name="T13" fmla="*/ 61 h 61"/>
                  <a:gd name="T14" fmla="*/ 75 w 75"/>
                  <a:gd name="T15" fmla="*/ 3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1">
                    <a:moveTo>
                      <a:pt x="75" y="31"/>
                    </a:moveTo>
                    <a:lnTo>
                      <a:pt x="44" y="0"/>
                    </a:lnTo>
                    <a:lnTo>
                      <a:pt x="44" y="15"/>
                    </a:lnTo>
                    <a:lnTo>
                      <a:pt x="0" y="15"/>
                    </a:lnTo>
                    <a:lnTo>
                      <a:pt x="0" y="46"/>
                    </a:lnTo>
                    <a:lnTo>
                      <a:pt x="44" y="46"/>
                    </a:lnTo>
                    <a:lnTo>
                      <a:pt x="44" y="61"/>
                    </a:lnTo>
                    <a:lnTo>
                      <a:pt x="75" y="3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7" name="Freeform 772">
                <a:extLst>
                  <a:ext uri="{FF2B5EF4-FFF2-40B4-BE49-F238E27FC236}">
                    <a16:creationId xmlns:a16="http://schemas.microsoft.com/office/drawing/2014/main" id="{A4E7211D-EBDF-4908-9D87-3C6540116A2C}"/>
                  </a:ext>
                </a:extLst>
              </p:cNvPr>
              <p:cNvSpPr>
                <a:spLocks/>
              </p:cNvSpPr>
              <p:nvPr/>
            </p:nvSpPr>
            <p:spPr bwMode="auto">
              <a:xfrm>
                <a:off x="873147" y="2274233"/>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8" name="Freeform 773">
                <a:extLst>
                  <a:ext uri="{FF2B5EF4-FFF2-40B4-BE49-F238E27FC236}">
                    <a16:creationId xmlns:a16="http://schemas.microsoft.com/office/drawing/2014/main" id="{C0D4A957-A922-4D70-BA07-77FF1DBE417D}"/>
                  </a:ext>
                </a:extLst>
              </p:cNvPr>
              <p:cNvSpPr>
                <a:spLocks/>
              </p:cNvSpPr>
              <p:nvPr/>
            </p:nvSpPr>
            <p:spPr bwMode="auto">
              <a:xfrm>
                <a:off x="873147" y="2110821"/>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19" name="Rectangle 618">
              <a:extLst>
                <a:ext uri="{FF2B5EF4-FFF2-40B4-BE49-F238E27FC236}">
                  <a16:creationId xmlns:a16="http://schemas.microsoft.com/office/drawing/2014/main" id="{CEEB1E88-A9ED-4FBB-BC06-0B48DA5281D2}"/>
                </a:ext>
              </a:extLst>
            </p:cNvPr>
            <p:cNvSpPr/>
            <p:nvPr/>
          </p:nvSpPr>
          <p:spPr bwMode="auto">
            <a:xfrm>
              <a:off x="5499491" y="1259486"/>
              <a:ext cx="1665269"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0" name="Rectangle 619">
              <a:extLst>
                <a:ext uri="{FF2B5EF4-FFF2-40B4-BE49-F238E27FC236}">
                  <a16:creationId xmlns:a16="http://schemas.microsoft.com/office/drawing/2014/main" id="{699AD406-0682-4F42-89AC-A0740E859C23}"/>
                </a:ext>
              </a:extLst>
            </p:cNvPr>
            <p:cNvSpPr/>
            <p:nvPr/>
          </p:nvSpPr>
          <p:spPr bwMode="auto">
            <a:xfrm>
              <a:off x="5277960" y="1267983"/>
              <a:ext cx="226873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Real-time Transformation (&lt;1s)</a:t>
              </a:r>
            </a:p>
          </p:txBody>
        </p:sp>
        <p:grpSp>
          <p:nvGrpSpPr>
            <p:cNvPr id="640" name="simplify" descr="simplify">
              <a:extLst>
                <a:ext uri="{FF2B5EF4-FFF2-40B4-BE49-F238E27FC236}">
                  <a16:creationId xmlns:a16="http://schemas.microsoft.com/office/drawing/2014/main" id="{0E389427-8ED9-4DEF-931F-6F47D7CC885E}"/>
                </a:ext>
              </a:extLst>
            </p:cNvPr>
            <p:cNvGrpSpPr/>
            <p:nvPr/>
          </p:nvGrpSpPr>
          <p:grpSpPr>
            <a:xfrm>
              <a:off x="5599281" y="1296466"/>
              <a:ext cx="113523" cy="111133"/>
              <a:chOff x="2668480" y="1249680"/>
              <a:chExt cx="412066" cy="403390"/>
            </a:xfrm>
          </p:grpSpPr>
          <p:sp>
            <p:nvSpPr>
              <p:cNvPr id="641" name="Freeform 987">
                <a:extLst>
                  <a:ext uri="{FF2B5EF4-FFF2-40B4-BE49-F238E27FC236}">
                    <a16:creationId xmlns:a16="http://schemas.microsoft.com/office/drawing/2014/main" id="{C4309ED0-E25D-4C35-AAD1-C481D8D3B636}"/>
                  </a:ext>
                </a:extLst>
              </p:cNvPr>
              <p:cNvSpPr>
                <a:spLocks/>
              </p:cNvSpPr>
              <p:nvPr/>
            </p:nvSpPr>
            <p:spPr bwMode="auto">
              <a:xfrm>
                <a:off x="2749447" y="1282935"/>
                <a:ext cx="331099" cy="344110"/>
              </a:xfrm>
              <a:custGeom>
                <a:avLst/>
                <a:gdLst>
                  <a:gd name="T0" fmla="*/ 229 w 229"/>
                  <a:gd name="T1" fmla="*/ 112 h 238"/>
                  <a:gd name="T2" fmla="*/ 200 w 229"/>
                  <a:gd name="T3" fmla="*/ 81 h 238"/>
                  <a:gd name="T4" fmla="*/ 200 w 229"/>
                  <a:gd name="T5" fmla="*/ 104 h 238"/>
                  <a:gd name="T6" fmla="*/ 125 w 229"/>
                  <a:gd name="T7" fmla="*/ 104 h 238"/>
                  <a:gd name="T8" fmla="*/ 125 w 229"/>
                  <a:gd name="T9" fmla="*/ 0 h 238"/>
                  <a:gd name="T10" fmla="*/ 0 w 229"/>
                  <a:gd name="T11" fmla="*/ 0 h 238"/>
                  <a:gd name="T12" fmla="*/ 0 w 229"/>
                  <a:gd name="T13" fmla="*/ 15 h 238"/>
                  <a:gd name="T14" fmla="*/ 110 w 229"/>
                  <a:gd name="T15" fmla="*/ 15 h 238"/>
                  <a:gd name="T16" fmla="*/ 110 w 229"/>
                  <a:gd name="T17" fmla="*/ 104 h 238"/>
                  <a:gd name="T18" fmla="*/ 5 w 229"/>
                  <a:gd name="T19" fmla="*/ 104 h 238"/>
                  <a:gd name="T20" fmla="*/ 5 w 229"/>
                  <a:gd name="T21" fmla="*/ 119 h 238"/>
                  <a:gd name="T22" fmla="*/ 110 w 229"/>
                  <a:gd name="T23" fmla="*/ 119 h 238"/>
                  <a:gd name="T24" fmla="*/ 110 w 229"/>
                  <a:gd name="T25" fmla="*/ 223 h 238"/>
                  <a:gd name="T26" fmla="*/ 0 w 229"/>
                  <a:gd name="T27" fmla="*/ 223 h 238"/>
                  <a:gd name="T28" fmla="*/ 0 w 229"/>
                  <a:gd name="T29" fmla="*/ 238 h 238"/>
                  <a:gd name="T30" fmla="*/ 125 w 229"/>
                  <a:gd name="T31" fmla="*/ 238 h 238"/>
                  <a:gd name="T32" fmla="*/ 125 w 229"/>
                  <a:gd name="T33" fmla="*/ 119 h 238"/>
                  <a:gd name="T34" fmla="*/ 200 w 229"/>
                  <a:gd name="T35" fmla="*/ 119 h 238"/>
                  <a:gd name="T36" fmla="*/ 200 w 229"/>
                  <a:gd name="T37" fmla="*/ 141 h 238"/>
                  <a:gd name="T38" fmla="*/ 229 w 229"/>
                  <a:gd name="T39" fmla="*/ 11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 h="238">
                    <a:moveTo>
                      <a:pt x="229" y="112"/>
                    </a:moveTo>
                    <a:lnTo>
                      <a:pt x="200" y="81"/>
                    </a:lnTo>
                    <a:lnTo>
                      <a:pt x="200" y="104"/>
                    </a:lnTo>
                    <a:lnTo>
                      <a:pt x="125" y="104"/>
                    </a:lnTo>
                    <a:lnTo>
                      <a:pt x="125" y="0"/>
                    </a:lnTo>
                    <a:lnTo>
                      <a:pt x="0" y="0"/>
                    </a:lnTo>
                    <a:lnTo>
                      <a:pt x="0" y="15"/>
                    </a:lnTo>
                    <a:lnTo>
                      <a:pt x="110" y="15"/>
                    </a:lnTo>
                    <a:lnTo>
                      <a:pt x="110" y="104"/>
                    </a:lnTo>
                    <a:lnTo>
                      <a:pt x="5" y="104"/>
                    </a:lnTo>
                    <a:lnTo>
                      <a:pt x="5" y="119"/>
                    </a:lnTo>
                    <a:lnTo>
                      <a:pt x="110" y="119"/>
                    </a:lnTo>
                    <a:lnTo>
                      <a:pt x="110" y="223"/>
                    </a:lnTo>
                    <a:lnTo>
                      <a:pt x="0" y="223"/>
                    </a:lnTo>
                    <a:lnTo>
                      <a:pt x="0" y="238"/>
                    </a:lnTo>
                    <a:lnTo>
                      <a:pt x="125" y="238"/>
                    </a:lnTo>
                    <a:lnTo>
                      <a:pt x="125" y="119"/>
                    </a:lnTo>
                    <a:lnTo>
                      <a:pt x="200" y="119"/>
                    </a:lnTo>
                    <a:lnTo>
                      <a:pt x="200" y="141"/>
                    </a:lnTo>
                    <a:lnTo>
                      <a:pt x="229" y="11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2" name="Freeform 988">
                <a:extLst>
                  <a:ext uri="{FF2B5EF4-FFF2-40B4-BE49-F238E27FC236}">
                    <a16:creationId xmlns:a16="http://schemas.microsoft.com/office/drawing/2014/main" id="{2932965C-9088-4743-81CB-5C982E79B516}"/>
                  </a:ext>
                </a:extLst>
              </p:cNvPr>
              <p:cNvSpPr>
                <a:spLocks/>
              </p:cNvSpPr>
              <p:nvPr/>
            </p:nvSpPr>
            <p:spPr bwMode="auto">
              <a:xfrm>
                <a:off x="2669925" y="1378360"/>
                <a:ext cx="127234" cy="127234"/>
              </a:xfrm>
              <a:custGeom>
                <a:avLst/>
                <a:gdLst>
                  <a:gd name="T0" fmla="*/ 118 w 118"/>
                  <a:gd name="T1" fmla="*/ 66 h 119"/>
                  <a:gd name="T2" fmla="*/ 118 w 118"/>
                  <a:gd name="T3" fmla="*/ 53 h 119"/>
                  <a:gd name="T4" fmla="*/ 105 w 118"/>
                  <a:gd name="T5" fmla="*/ 53 h 119"/>
                  <a:gd name="T6" fmla="*/ 96 w 118"/>
                  <a:gd name="T7" fmla="*/ 31 h 119"/>
                  <a:gd name="T8" fmla="*/ 105 w 118"/>
                  <a:gd name="T9" fmla="*/ 22 h 119"/>
                  <a:gd name="T10" fmla="*/ 97 w 118"/>
                  <a:gd name="T11" fmla="*/ 13 h 119"/>
                  <a:gd name="T12" fmla="*/ 87 w 118"/>
                  <a:gd name="T13" fmla="*/ 22 h 119"/>
                  <a:gd name="T14" fmla="*/ 65 w 118"/>
                  <a:gd name="T15" fmla="*/ 13 h 119"/>
                  <a:gd name="T16" fmla="*/ 65 w 118"/>
                  <a:gd name="T17" fmla="*/ 0 h 119"/>
                  <a:gd name="T18" fmla="*/ 53 w 118"/>
                  <a:gd name="T19" fmla="*/ 0 h 119"/>
                  <a:gd name="T20" fmla="*/ 53 w 118"/>
                  <a:gd name="T21" fmla="*/ 13 h 119"/>
                  <a:gd name="T22" fmla="*/ 31 w 118"/>
                  <a:gd name="T23" fmla="*/ 22 h 119"/>
                  <a:gd name="T24" fmla="*/ 22 w 118"/>
                  <a:gd name="T25" fmla="*/ 13 h 119"/>
                  <a:gd name="T26" fmla="*/ 13 w 118"/>
                  <a:gd name="T27" fmla="*/ 22 h 119"/>
                  <a:gd name="T28" fmla="*/ 22 w 118"/>
                  <a:gd name="T29" fmla="*/ 31 h 119"/>
                  <a:gd name="T30" fmla="*/ 13 w 118"/>
                  <a:gd name="T31" fmla="*/ 53 h 119"/>
                  <a:gd name="T32" fmla="*/ 0 w 118"/>
                  <a:gd name="T33" fmla="*/ 53 h 119"/>
                  <a:gd name="T34" fmla="*/ 0 w 118"/>
                  <a:gd name="T35" fmla="*/ 66 h 119"/>
                  <a:gd name="T36" fmla="*/ 13 w 118"/>
                  <a:gd name="T37" fmla="*/ 66 h 119"/>
                  <a:gd name="T38" fmla="*/ 22 w 118"/>
                  <a:gd name="T39" fmla="*/ 88 h 119"/>
                  <a:gd name="T40" fmla="*/ 13 w 118"/>
                  <a:gd name="T41" fmla="*/ 97 h 119"/>
                  <a:gd name="T42" fmla="*/ 21 w 118"/>
                  <a:gd name="T43" fmla="*/ 106 h 119"/>
                  <a:gd name="T44" fmla="*/ 31 w 118"/>
                  <a:gd name="T45" fmla="*/ 97 h 119"/>
                  <a:gd name="T46" fmla="*/ 53 w 118"/>
                  <a:gd name="T47" fmla="*/ 106 h 119"/>
                  <a:gd name="T48" fmla="*/ 53 w 118"/>
                  <a:gd name="T49" fmla="*/ 119 h 119"/>
                  <a:gd name="T50" fmla="*/ 65 w 118"/>
                  <a:gd name="T51" fmla="*/ 119 h 119"/>
                  <a:gd name="T52" fmla="*/ 65 w 118"/>
                  <a:gd name="T53" fmla="*/ 106 h 119"/>
                  <a:gd name="T54" fmla="*/ 87 w 118"/>
                  <a:gd name="T55" fmla="*/ 97 h 119"/>
                  <a:gd name="T56" fmla="*/ 97 w 118"/>
                  <a:gd name="T57" fmla="*/ 106 h 119"/>
                  <a:gd name="T58" fmla="*/ 105 w 118"/>
                  <a:gd name="T59" fmla="*/ 97 h 119"/>
                  <a:gd name="T60" fmla="*/ 96 w 118"/>
                  <a:gd name="T61" fmla="*/ 88 h 119"/>
                  <a:gd name="T62" fmla="*/ 105 w 118"/>
                  <a:gd name="T63" fmla="*/ 66 h 119"/>
                  <a:gd name="T64" fmla="*/ 118 w 118"/>
                  <a:gd name="T6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 h="119">
                    <a:moveTo>
                      <a:pt x="118" y="66"/>
                    </a:moveTo>
                    <a:cubicBezTo>
                      <a:pt x="118" y="53"/>
                      <a:pt x="118" y="53"/>
                      <a:pt x="118" y="53"/>
                    </a:cubicBezTo>
                    <a:cubicBezTo>
                      <a:pt x="105" y="53"/>
                      <a:pt x="105" y="53"/>
                      <a:pt x="105" y="53"/>
                    </a:cubicBezTo>
                    <a:cubicBezTo>
                      <a:pt x="104" y="45"/>
                      <a:pt x="101" y="37"/>
                      <a:pt x="96" y="31"/>
                    </a:cubicBezTo>
                    <a:cubicBezTo>
                      <a:pt x="105" y="22"/>
                      <a:pt x="105" y="22"/>
                      <a:pt x="105" y="22"/>
                    </a:cubicBezTo>
                    <a:cubicBezTo>
                      <a:pt x="97" y="13"/>
                      <a:pt x="97" y="13"/>
                      <a:pt x="97" y="13"/>
                    </a:cubicBezTo>
                    <a:cubicBezTo>
                      <a:pt x="87" y="22"/>
                      <a:pt x="87" y="22"/>
                      <a:pt x="87" y="22"/>
                    </a:cubicBezTo>
                    <a:cubicBezTo>
                      <a:pt x="81" y="18"/>
                      <a:pt x="73" y="14"/>
                      <a:pt x="65" y="13"/>
                    </a:cubicBezTo>
                    <a:cubicBezTo>
                      <a:pt x="65" y="0"/>
                      <a:pt x="65" y="0"/>
                      <a:pt x="65" y="0"/>
                    </a:cubicBezTo>
                    <a:cubicBezTo>
                      <a:pt x="53" y="0"/>
                      <a:pt x="53" y="0"/>
                      <a:pt x="53" y="0"/>
                    </a:cubicBezTo>
                    <a:cubicBezTo>
                      <a:pt x="53" y="13"/>
                      <a:pt x="53" y="13"/>
                      <a:pt x="53" y="13"/>
                    </a:cubicBezTo>
                    <a:cubicBezTo>
                      <a:pt x="45" y="14"/>
                      <a:pt x="37" y="18"/>
                      <a:pt x="31" y="22"/>
                    </a:cubicBezTo>
                    <a:cubicBezTo>
                      <a:pt x="22" y="13"/>
                      <a:pt x="22" y="13"/>
                      <a:pt x="22" y="13"/>
                    </a:cubicBezTo>
                    <a:cubicBezTo>
                      <a:pt x="13" y="22"/>
                      <a:pt x="13" y="22"/>
                      <a:pt x="13" y="22"/>
                    </a:cubicBezTo>
                    <a:cubicBezTo>
                      <a:pt x="22" y="31"/>
                      <a:pt x="22" y="31"/>
                      <a:pt x="22" y="31"/>
                    </a:cubicBezTo>
                    <a:cubicBezTo>
                      <a:pt x="17" y="38"/>
                      <a:pt x="14" y="45"/>
                      <a:pt x="13" y="53"/>
                    </a:cubicBezTo>
                    <a:cubicBezTo>
                      <a:pt x="0" y="53"/>
                      <a:pt x="0" y="53"/>
                      <a:pt x="0" y="53"/>
                    </a:cubicBezTo>
                    <a:cubicBezTo>
                      <a:pt x="0" y="66"/>
                      <a:pt x="0" y="66"/>
                      <a:pt x="0" y="66"/>
                    </a:cubicBezTo>
                    <a:cubicBezTo>
                      <a:pt x="13" y="66"/>
                      <a:pt x="13" y="66"/>
                      <a:pt x="13" y="66"/>
                    </a:cubicBezTo>
                    <a:cubicBezTo>
                      <a:pt x="14" y="74"/>
                      <a:pt x="17" y="82"/>
                      <a:pt x="22" y="88"/>
                    </a:cubicBezTo>
                    <a:cubicBezTo>
                      <a:pt x="13" y="97"/>
                      <a:pt x="13" y="97"/>
                      <a:pt x="13" y="97"/>
                    </a:cubicBezTo>
                    <a:cubicBezTo>
                      <a:pt x="21" y="106"/>
                      <a:pt x="21" y="106"/>
                      <a:pt x="21" y="106"/>
                    </a:cubicBezTo>
                    <a:cubicBezTo>
                      <a:pt x="31" y="97"/>
                      <a:pt x="31" y="97"/>
                      <a:pt x="31" y="97"/>
                    </a:cubicBezTo>
                    <a:cubicBezTo>
                      <a:pt x="37" y="102"/>
                      <a:pt x="45" y="105"/>
                      <a:pt x="53" y="106"/>
                    </a:cubicBezTo>
                    <a:cubicBezTo>
                      <a:pt x="53" y="119"/>
                      <a:pt x="53" y="119"/>
                      <a:pt x="53" y="119"/>
                    </a:cubicBezTo>
                    <a:cubicBezTo>
                      <a:pt x="65" y="119"/>
                      <a:pt x="65" y="119"/>
                      <a:pt x="65" y="119"/>
                    </a:cubicBezTo>
                    <a:cubicBezTo>
                      <a:pt x="65" y="106"/>
                      <a:pt x="65" y="106"/>
                      <a:pt x="65" y="106"/>
                    </a:cubicBezTo>
                    <a:cubicBezTo>
                      <a:pt x="74" y="105"/>
                      <a:pt x="81" y="102"/>
                      <a:pt x="87" y="97"/>
                    </a:cubicBezTo>
                    <a:cubicBezTo>
                      <a:pt x="97" y="106"/>
                      <a:pt x="97" y="106"/>
                      <a:pt x="97" y="106"/>
                    </a:cubicBezTo>
                    <a:cubicBezTo>
                      <a:pt x="105" y="97"/>
                      <a:pt x="105" y="97"/>
                      <a:pt x="105" y="97"/>
                    </a:cubicBezTo>
                    <a:cubicBezTo>
                      <a:pt x="96" y="88"/>
                      <a:pt x="96" y="88"/>
                      <a:pt x="96" y="88"/>
                    </a:cubicBezTo>
                    <a:cubicBezTo>
                      <a:pt x="101" y="82"/>
                      <a:pt x="104" y="74"/>
                      <a:pt x="105" y="66"/>
                    </a:cubicBezTo>
                    <a:lnTo>
                      <a:pt x="118" y="6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3" name="Oval 989">
                <a:extLst>
                  <a:ext uri="{FF2B5EF4-FFF2-40B4-BE49-F238E27FC236}">
                    <a16:creationId xmlns:a16="http://schemas.microsoft.com/office/drawing/2014/main" id="{684088E5-80BA-4619-BA64-E256957A795E}"/>
                  </a:ext>
                </a:extLst>
              </p:cNvPr>
              <p:cNvSpPr>
                <a:spLocks noChangeArrowheads="1"/>
              </p:cNvSpPr>
              <p:nvPr/>
            </p:nvSpPr>
            <p:spPr bwMode="auto">
              <a:xfrm>
                <a:off x="2708964" y="1418844"/>
                <a:ext cx="49159" cy="477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4" name="Rectangle 990">
                <a:extLst>
                  <a:ext uri="{FF2B5EF4-FFF2-40B4-BE49-F238E27FC236}">
                    <a16:creationId xmlns:a16="http://schemas.microsoft.com/office/drawing/2014/main" id="{A30ACB26-F3E3-498C-96E7-E9EBF3DB909C}"/>
                  </a:ext>
                </a:extLst>
              </p:cNvPr>
              <p:cNvSpPr>
                <a:spLocks noChangeArrowheads="1"/>
              </p:cNvSpPr>
              <p:nvPr/>
            </p:nvSpPr>
            <p:spPr bwMode="auto">
              <a:xfrm>
                <a:off x="2680047" y="1249680"/>
                <a:ext cx="108439" cy="10843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5" name="Freeform 991">
                <a:extLst>
                  <a:ext uri="{FF2B5EF4-FFF2-40B4-BE49-F238E27FC236}">
                    <a16:creationId xmlns:a16="http://schemas.microsoft.com/office/drawing/2014/main" id="{AA073483-E070-4220-9D63-8254A7E16DB5}"/>
                  </a:ext>
                </a:extLst>
              </p:cNvPr>
              <p:cNvSpPr>
                <a:spLocks/>
              </p:cNvSpPr>
              <p:nvPr/>
            </p:nvSpPr>
            <p:spPr bwMode="auto">
              <a:xfrm>
                <a:off x="2668480" y="1521498"/>
                <a:ext cx="133018" cy="131572"/>
              </a:xfrm>
              <a:custGeom>
                <a:avLst/>
                <a:gdLst>
                  <a:gd name="T0" fmla="*/ 92 w 92"/>
                  <a:gd name="T1" fmla="*/ 46 h 91"/>
                  <a:gd name="T2" fmla="*/ 46 w 92"/>
                  <a:gd name="T3" fmla="*/ 0 h 91"/>
                  <a:gd name="T4" fmla="*/ 0 w 92"/>
                  <a:gd name="T5" fmla="*/ 46 h 91"/>
                  <a:gd name="T6" fmla="*/ 46 w 92"/>
                  <a:gd name="T7" fmla="*/ 91 h 91"/>
                  <a:gd name="T8" fmla="*/ 92 w 92"/>
                  <a:gd name="T9" fmla="*/ 46 h 91"/>
                </a:gdLst>
                <a:ahLst/>
                <a:cxnLst>
                  <a:cxn ang="0">
                    <a:pos x="T0" y="T1"/>
                  </a:cxn>
                  <a:cxn ang="0">
                    <a:pos x="T2" y="T3"/>
                  </a:cxn>
                  <a:cxn ang="0">
                    <a:pos x="T4" y="T5"/>
                  </a:cxn>
                  <a:cxn ang="0">
                    <a:pos x="T6" y="T7"/>
                  </a:cxn>
                  <a:cxn ang="0">
                    <a:pos x="T8" y="T9"/>
                  </a:cxn>
                </a:cxnLst>
                <a:rect l="0" t="0" r="r" b="b"/>
                <a:pathLst>
                  <a:path w="92" h="91">
                    <a:moveTo>
                      <a:pt x="92" y="46"/>
                    </a:moveTo>
                    <a:lnTo>
                      <a:pt x="46" y="0"/>
                    </a:lnTo>
                    <a:lnTo>
                      <a:pt x="0" y="46"/>
                    </a:lnTo>
                    <a:lnTo>
                      <a:pt x="46" y="91"/>
                    </a:lnTo>
                    <a:lnTo>
                      <a:pt x="92" y="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9" name="Rectangle 648">
              <a:extLst>
                <a:ext uri="{FF2B5EF4-FFF2-40B4-BE49-F238E27FC236}">
                  <a16:creationId xmlns:a16="http://schemas.microsoft.com/office/drawing/2014/main" id="{B2137668-5CA1-4AEF-B0E9-5100DFD79F85}"/>
                </a:ext>
              </a:extLst>
            </p:cNvPr>
            <p:cNvSpPr/>
            <p:nvPr/>
          </p:nvSpPr>
          <p:spPr bwMode="auto">
            <a:xfrm>
              <a:off x="7161105" y="1259486"/>
              <a:ext cx="1503291"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0" name="Rectangle 649">
              <a:extLst>
                <a:ext uri="{FF2B5EF4-FFF2-40B4-BE49-F238E27FC236}">
                  <a16:creationId xmlns:a16="http://schemas.microsoft.com/office/drawing/2014/main" id="{A2F0F58F-846C-4A61-A743-41752BD0CA9C}"/>
                </a:ext>
              </a:extLst>
            </p:cNvPr>
            <p:cNvSpPr/>
            <p:nvPr/>
          </p:nvSpPr>
          <p:spPr bwMode="auto">
            <a:xfrm>
              <a:off x="6887368" y="1267644"/>
              <a:ext cx="213561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Alerting</a:t>
              </a:r>
            </a:p>
          </p:txBody>
        </p:sp>
        <p:grpSp>
          <p:nvGrpSpPr>
            <p:cNvPr id="721" name="analyze" descr="analyze, search">
              <a:extLst>
                <a:ext uri="{FF2B5EF4-FFF2-40B4-BE49-F238E27FC236}">
                  <a16:creationId xmlns:a16="http://schemas.microsoft.com/office/drawing/2014/main" id="{B42B1825-87B9-4440-911E-78BFCB397882}"/>
                </a:ext>
              </a:extLst>
            </p:cNvPr>
            <p:cNvGrpSpPr>
              <a:grpSpLocks noChangeAspect="1"/>
            </p:cNvGrpSpPr>
            <p:nvPr/>
          </p:nvGrpSpPr>
          <p:grpSpPr bwMode="auto">
            <a:xfrm>
              <a:off x="7613805" y="1296144"/>
              <a:ext cx="109547" cy="109547"/>
              <a:chOff x="1654" y="806"/>
              <a:chExt cx="239" cy="239"/>
            </a:xfrm>
          </p:grpSpPr>
          <p:sp>
            <p:nvSpPr>
              <p:cNvPr id="722" name="AutoShape 37">
                <a:extLst>
                  <a:ext uri="{FF2B5EF4-FFF2-40B4-BE49-F238E27FC236}">
                    <a16:creationId xmlns:a16="http://schemas.microsoft.com/office/drawing/2014/main" id="{336B3DF5-B469-43E5-BD38-6FA6A16AE581}"/>
                  </a:ext>
                </a:extLst>
              </p:cNvPr>
              <p:cNvSpPr>
                <a:spLocks noChangeAspect="1" noChangeArrowheads="1" noTextEdit="1"/>
              </p:cNvSpPr>
              <p:nvPr/>
            </p:nvSpPr>
            <p:spPr bwMode="auto">
              <a:xfrm>
                <a:off x="1654"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3" name="Freeform 39">
                <a:extLst>
                  <a:ext uri="{FF2B5EF4-FFF2-40B4-BE49-F238E27FC236}">
                    <a16:creationId xmlns:a16="http://schemas.microsoft.com/office/drawing/2014/main" id="{FDB41ACD-A7C2-4762-AF04-992334B8B026}"/>
                  </a:ext>
                </a:extLst>
              </p:cNvPr>
              <p:cNvSpPr>
                <a:spLocks/>
              </p:cNvSpPr>
              <p:nvPr/>
            </p:nvSpPr>
            <p:spPr bwMode="auto">
              <a:xfrm>
                <a:off x="1653" y="80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4" name="Oval 40">
                <a:extLst>
                  <a:ext uri="{FF2B5EF4-FFF2-40B4-BE49-F238E27FC236}">
                    <a16:creationId xmlns:a16="http://schemas.microsoft.com/office/drawing/2014/main" id="{1D981104-C408-4147-9951-DAF7A5A168CC}"/>
                  </a:ext>
                </a:extLst>
              </p:cNvPr>
              <p:cNvSpPr>
                <a:spLocks noChangeArrowheads="1"/>
              </p:cNvSpPr>
              <p:nvPr/>
            </p:nvSpPr>
            <p:spPr bwMode="auto">
              <a:xfrm>
                <a:off x="169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5" name="Oval 41">
                <a:extLst>
                  <a:ext uri="{FF2B5EF4-FFF2-40B4-BE49-F238E27FC236}">
                    <a16:creationId xmlns:a16="http://schemas.microsoft.com/office/drawing/2014/main" id="{74B8A3DC-9F4C-4A2F-B0CF-D733533AEEB7}"/>
                  </a:ext>
                </a:extLst>
              </p:cNvPr>
              <p:cNvSpPr>
                <a:spLocks noChangeArrowheads="1"/>
              </p:cNvSpPr>
              <p:nvPr/>
            </p:nvSpPr>
            <p:spPr bwMode="auto">
              <a:xfrm>
                <a:off x="173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6" name="Oval 42">
                <a:extLst>
                  <a:ext uri="{FF2B5EF4-FFF2-40B4-BE49-F238E27FC236}">
                    <a16:creationId xmlns:a16="http://schemas.microsoft.com/office/drawing/2014/main" id="{FC9DD712-745D-4CB6-9459-DD51D52B3ABB}"/>
                  </a:ext>
                </a:extLst>
              </p:cNvPr>
              <p:cNvSpPr>
                <a:spLocks noChangeArrowheads="1"/>
              </p:cNvSpPr>
              <p:nvPr/>
            </p:nvSpPr>
            <p:spPr bwMode="auto">
              <a:xfrm>
                <a:off x="177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7" name="Oval 43">
                <a:extLst>
                  <a:ext uri="{FF2B5EF4-FFF2-40B4-BE49-F238E27FC236}">
                    <a16:creationId xmlns:a16="http://schemas.microsoft.com/office/drawing/2014/main" id="{1294030E-B313-4E51-80FD-DD505005887B}"/>
                  </a:ext>
                </a:extLst>
              </p:cNvPr>
              <p:cNvSpPr>
                <a:spLocks noChangeArrowheads="1"/>
              </p:cNvSpPr>
              <p:nvPr/>
            </p:nvSpPr>
            <p:spPr bwMode="auto">
              <a:xfrm>
                <a:off x="181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8" name="Oval 44">
                <a:extLst>
                  <a:ext uri="{FF2B5EF4-FFF2-40B4-BE49-F238E27FC236}">
                    <a16:creationId xmlns:a16="http://schemas.microsoft.com/office/drawing/2014/main" id="{9375FDC6-4E91-4378-B689-852A08CB266D}"/>
                  </a:ext>
                </a:extLst>
              </p:cNvPr>
              <p:cNvSpPr>
                <a:spLocks noChangeArrowheads="1"/>
              </p:cNvSpPr>
              <p:nvPr/>
            </p:nvSpPr>
            <p:spPr bwMode="auto">
              <a:xfrm>
                <a:off x="185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9" name="Freeform 45">
                <a:extLst>
                  <a:ext uri="{FF2B5EF4-FFF2-40B4-BE49-F238E27FC236}">
                    <a16:creationId xmlns:a16="http://schemas.microsoft.com/office/drawing/2014/main" id="{83F1DF1C-FCF0-43A6-A9B5-98DDE9B86F08}"/>
                  </a:ext>
                </a:extLst>
              </p:cNvPr>
              <p:cNvSpPr>
                <a:spLocks/>
              </p:cNvSpPr>
              <p:nvPr/>
            </p:nvSpPr>
            <p:spPr bwMode="auto">
              <a:xfrm>
                <a:off x="1653" y="846"/>
                <a:ext cx="27" cy="26"/>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0" name="Oval 46">
                <a:extLst>
                  <a:ext uri="{FF2B5EF4-FFF2-40B4-BE49-F238E27FC236}">
                    <a16:creationId xmlns:a16="http://schemas.microsoft.com/office/drawing/2014/main" id="{95688C10-8270-4FC8-B153-A53F1B04A3BC}"/>
                  </a:ext>
                </a:extLst>
              </p:cNvPr>
              <p:cNvSpPr>
                <a:spLocks noChangeArrowheads="1"/>
              </p:cNvSpPr>
              <p:nvPr/>
            </p:nvSpPr>
            <p:spPr bwMode="auto">
              <a:xfrm>
                <a:off x="169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1" name="Oval 47">
                <a:extLst>
                  <a:ext uri="{FF2B5EF4-FFF2-40B4-BE49-F238E27FC236}">
                    <a16:creationId xmlns:a16="http://schemas.microsoft.com/office/drawing/2014/main" id="{21B89C81-A5D5-4105-97D2-ED18152C8182}"/>
                  </a:ext>
                </a:extLst>
              </p:cNvPr>
              <p:cNvSpPr>
                <a:spLocks noChangeArrowheads="1"/>
              </p:cNvSpPr>
              <p:nvPr/>
            </p:nvSpPr>
            <p:spPr bwMode="auto">
              <a:xfrm>
                <a:off x="173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2" name="Oval 48">
                <a:extLst>
                  <a:ext uri="{FF2B5EF4-FFF2-40B4-BE49-F238E27FC236}">
                    <a16:creationId xmlns:a16="http://schemas.microsoft.com/office/drawing/2014/main" id="{D0B7E461-08A4-4176-AE42-C9F51A168E8A}"/>
                  </a:ext>
                </a:extLst>
              </p:cNvPr>
              <p:cNvSpPr>
                <a:spLocks noChangeArrowheads="1"/>
              </p:cNvSpPr>
              <p:nvPr/>
            </p:nvSpPr>
            <p:spPr bwMode="auto">
              <a:xfrm>
                <a:off x="177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3" name="Oval 49">
                <a:extLst>
                  <a:ext uri="{FF2B5EF4-FFF2-40B4-BE49-F238E27FC236}">
                    <a16:creationId xmlns:a16="http://schemas.microsoft.com/office/drawing/2014/main" id="{ADE8E24A-98D6-4E88-8C6D-C7C93BBE92F2}"/>
                  </a:ext>
                </a:extLst>
              </p:cNvPr>
              <p:cNvSpPr>
                <a:spLocks noChangeArrowheads="1"/>
              </p:cNvSpPr>
              <p:nvPr/>
            </p:nvSpPr>
            <p:spPr bwMode="auto">
              <a:xfrm>
                <a:off x="181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4" name="Oval 50">
                <a:extLst>
                  <a:ext uri="{FF2B5EF4-FFF2-40B4-BE49-F238E27FC236}">
                    <a16:creationId xmlns:a16="http://schemas.microsoft.com/office/drawing/2014/main" id="{82C021E1-F7DA-48B1-BB1A-8E7ACFEC7435}"/>
                  </a:ext>
                </a:extLst>
              </p:cNvPr>
              <p:cNvSpPr>
                <a:spLocks noChangeArrowheads="1"/>
              </p:cNvSpPr>
              <p:nvPr/>
            </p:nvSpPr>
            <p:spPr bwMode="auto">
              <a:xfrm>
                <a:off x="185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5" name="Freeform 51">
                <a:extLst>
                  <a:ext uri="{FF2B5EF4-FFF2-40B4-BE49-F238E27FC236}">
                    <a16:creationId xmlns:a16="http://schemas.microsoft.com/office/drawing/2014/main" id="{38613F60-D7E5-4861-B18E-FAECA6FE5707}"/>
                  </a:ext>
                </a:extLst>
              </p:cNvPr>
              <p:cNvSpPr>
                <a:spLocks/>
              </p:cNvSpPr>
              <p:nvPr/>
            </p:nvSpPr>
            <p:spPr bwMode="auto">
              <a:xfrm>
                <a:off x="1653" y="885"/>
                <a:ext cx="27" cy="27"/>
              </a:xfrm>
              <a:custGeom>
                <a:avLst/>
                <a:gdLst>
                  <a:gd name="T0" fmla="*/ 20 w 41"/>
                  <a:gd name="T1" fmla="*/ 41 h 41"/>
                  <a:gd name="T2" fmla="*/ 0 w 41"/>
                  <a:gd name="T3" fmla="*/ 21 h 41"/>
                  <a:gd name="T4" fmla="*/ 20 w 41"/>
                  <a:gd name="T5" fmla="*/ 0 h 41"/>
                  <a:gd name="T6" fmla="*/ 41 w 41"/>
                  <a:gd name="T7" fmla="*/ 21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1"/>
                    </a:cubicBezTo>
                    <a:cubicBezTo>
                      <a:pt x="0" y="9"/>
                      <a:pt x="9" y="0"/>
                      <a:pt x="20" y="0"/>
                    </a:cubicBezTo>
                    <a:cubicBezTo>
                      <a:pt x="32" y="0"/>
                      <a:pt x="41" y="9"/>
                      <a:pt x="41" y="21"/>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6" name="Oval 52">
                <a:extLst>
                  <a:ext uri="{FF2B5EF4-FFF2-40B4-BE49-F238E27FC236}">
                    <a16:creationId xmlns:a16="http://schemas.microsoft.com/office/drawing/2014/main" id="{D19053F4-2631-439D-8F32-B32D09B1D8C7}"/>
                  </a:ext>
                </a:extLst>
              </p:cNvPr>
              <p:cNvSpPr>
                <a:spLocks noChangeArrowheads="1"/>
              </p:cNvSpPr>
              <p:nvPr/>
            </p:nvSpPr>
            <p:spPr bwMode="auto">
              <a:xfrm>
                <a:off x="169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7" name="Oval 53">
                <a:extLst>
                  <a:ext uri="{FF2B5EF4-FFF2-40B4-BE49-F238E27FC236}">
                    <a16:creationId xmlns:a16="http://schemas.microsoft.com/office/drawing/2014/main" id="{0B8871CE-BE05-42BD-A8B2-EC8D17A759B9}"/>
                  </a:ext>
                </a:extLst>
              </p:cNvPr>
              <p:cNvSpPr>
                <a:spLocks noChangeArrowheads="1"/>
              </p:cNvSpPr>
              <p:nvPr/>
            </p:nvSpPr>
            <p:spPr bwMode="auto">
              <a:xfrm>
                <a:off x="173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8" name="Oval 54">
                <a:extLst>
                  <a:ext uri="{FF2B5EF4-FFF2-40B4-BE49-F238E27FC236}">
                    <a16:creationId xmlns:a16="http://schemas.microsoft.com/office/drawing/2014/main" id="{FEDA3BDC-7F40-4FE4-B080-E36FC4BA004A}"/>
                  </a:ext>
                </a:extLst>
              </p:cNvPr>
              <p:cNvSpPr>
                <a:spLocks noChangeArrowheads="1"/>
              </p:cNvSpPr>
              <p:nvPr/>
            </p:nvSpPr>
            <p:spPr bwMode="auto">
              <a:xfrm>
                <a:off x="177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9" name="Oval 55">
                <a:extLst>
                  <a:ext uri="{FF2B5EF4-FFF2-40B4-BE49-F238E27FC236}">
                    <a16:creationId xmlns:a16="http://schemas.microsoft.com/office/drawing/2014/main" id="{3923F993-64A3-4A2E-A834-E3EC141ADB6F}"/>
                  </a:ext>
                </a:extLst>
              </p:cNvPr>
              <p:cNvSpPr>
                <a:spLocks noChangeArrowheads="1"/>
              </p:cNvSpPr>
              <p:nvPr/>
            </p:nvSpPr>
            <p:spPr bwMode="auto">
              <a:xfrm>
                <a:off x="181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0" name="Oval 56">
                <a:extLst>
                  <a:ext uri="{FF2B5EF4-FFF2-40B4-BE49-F238E27FC236}">
                    <a16:creationId xmlns:a16="http://schemas.microsoft.com/office/drawing/2014/main" id="{05172401-97A2-4184-9590-71AAB8C23230}"/>
                  </a:ext>
                </a:extLst>
              </p:cNvPr>
              <p:cNvSpPr>
                <a:spLocks noChangeArrowheads="1"/>
              </p:cNvSpPr>
              <p:nvPr/>
            </p:nvSpPr>
            <p:spPr bwMode="auto">
              <a:xfrm>
                <a:off x="185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1" name="Freeform 57">
                <a:extLst>
                  <a:ext uri="{FF2B5EF4-FFF2-40B4-BE49-F238E27FC236}">
                    <a16:creationId xmlns:a16="http://schemas.microsoft.com/office/drawing/2014/main" id="{65AE5254-9373-4AFE-B145-13C82E1C9686}"/>
                  </a:ext>
                </a:extLst>
              </p:cNvPr>
              <p:cNvSpPr>
                <a:spLocks/>
              </p:cNvSpPr>
              <p:nvPr/>
            </p:nvSpPr>
            <p:spPr bwMode="auto">
              <a:xfrm>
                <a:off x="1653" y="92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2" name="Oval 58">
                <a:extLst>
                  <a:ext uri="{FF2B5EF4-FFF2-40B4-BE49-F238E27FC236}">
                    <a16:creationId xmlns:a16="http://schemas.microsoft.com/office/drawing/2014/main" id="{5E755442-5AA6-45A4-B160-A70B1AFBF3E4}"/>
                  </a:ext>
                </a:extLst>
              </p:cNvPr>
              <p:cNvSpPr>
                <a:spLocks noChangeArrowheads="1"/>
              </p:cNvSpPr>
              <p:nvPr/>
            </p:nvSpPr>
            <p:spPr bwMode="auto">
              <a:xfrm>
                <a:off x="169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3" name="Oval 59">
                <a:extLst>
                  <a:ext uri="{FF2B5EF4-FFF2-40B4-BE49-F238E27FC236}">
                    <a16:creationId xmlns:a16="http://schemas.microsoft.com/office/drawing/2014/main" id="{23DE8090-8238-459D-95EA-09D1FC1566A4}"/>
                  </a:ext>
                </a:extLst>
              </p:cNvPr>
              <p:cNvSpPr>
                <a:spLocks noChangeArrowheads="1"/>
              </p:cNvSpPr>
              <p:nvPr/>
            </p:nvSpPr>
            <p:spPr bwMode="auto">
              <a:xfrm>
                <a:off x="173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4" name="Freeform 60">
                <a:extLst>
                  <a:ext uri="{FF2B5EF4-FFF2-40B4-BE49-F238E27FC236}">
                    <a16:creationId xmlns:a16="http://schemas.microsoft.com/office/drawing/2014/main" id="{DF08E9E5-95C0-41A4-8EBB-BBAB7C1297DB}"/>
                  </a:ext>
                </a:extLst>
              </p:cNvPr>
              <p:cNvSpPr>
                <a:spLocks/>
              </p:cNvSpPr>
              <p:nvPr/>
            </p:nvSpPr>
            <p:spPr bwMode="auto">
              <a:xfrm>
                <a:off x="1653" y="96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5" name="Oval 61">
                <a:extLst>
                  <a:ext uri="{FF2B5EF4-FFF2-40B4-BE49-F238E27FC236}">
                    <a16:creationId xmlns:a16="http://schemas.microsoft.com/office/drawing/2014/main" id="{F4BF0532-BD94-435C-AF27-BD760EA110A1}"/>
                  </a:ext>
                </a:extLst>
              </p:cNvPr>
              <p:cNvSpPr>
                <a:spLocks noChangeArrowheads="1"/>
              </p:cNvSpPr>
              <p:nvPr/>
            </p:nvSpPr>
            <p:spPr bwMode="auto">
              <a:xfrm>
                <a:off x="169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6" name="Oval 62">
                <a:extLst>
                  <a:ext uri="{FF2B5EF4-FFF2-40B4-BE49-F238E27FC236}">
                    <a16:creationId xmlns:a16="http://schemas.microsoft.com/office/drawing/2014/main" id="{2901F00D-1920-42BA-A64B-6AD3C5F4338C}"/>
                  </a:ext>
                </a:extLst>
              </p:cNvPr>
              <p:cNvSpPr>
                <a:spLocks noChangeArrowheads="1"/>
              </p:cNvSpPr>
              <p:nvPr/>
            </p:nvSpPr>
            <p:spPr bwMode="auto">
              <a:xfrm>
                <a:off x="173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7" name="Freeform 63">
                <a:extLst>
                  <a:ext uri="{FF2B5EF4-FFF2-40B4-BE49-F238E27FC236}">
                    <a16:creationId xmlns:a16="http://schemas.microsoft.com/office/drawing/2014/main" id="{0718B473-C6EB-45D8-AA55-73E1FB94736C}"/>
                  </a:ext>
                </a:extLst>
              </p:cNvPr>
              <p:cNvSpPr>
                <a:spLocks/>
              </p:cNvSpPr>
              <p:nvPr/>
            </p:nvSpPr>
            <p:spPr bwMode="auto">
              <a:xfrm>
                <a:off x="1653" y="1005"/>
                <a:ext cx="27" cy="27"/>
              </a:xfrm>
              <a:custGeom>
                <a:avLst/>
                <a:gdLst>
                  <a:gd name="T0" fmla="*/ 20 w 41"/>
                  <a:gd name="T1" fmla="*/ 41 h 41"/>
                  <a:gd name="T2" fmla="*/ 0 w 41"/>
                  <a:gd name="T3" fmla="*/ 20 h 41"/>
                  <a:gd name="T4" fmla="*/ 20 w 41"/>
                  <a:gd name="T5" fmla="*/ 0 h 41"/>
                  <a:gd name="T6" fmla="*/ 41 w 41"/>
                  <a:gd name="T7" fmla="*/ 20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0"/>
                    </a:cubicBezTo>
                    <a:cubicBezTo>
                      <a:pt x="0" y="9"/>
                      <a:pt x="9" y="0"/>
                      <a:pt x="20" y="0"/>
                    </a:cubicBezTo>
                    <a:cubicBezTo>
                      <a:pt x="32" y="0"/>
                      <a:pt x="41" y="9"/>
                      <a:pt x="41" y="20"/>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8" name="Oval 64">
                <a:extLst>
                  <a:ext uri="{FF2B5EF4-FFF2-40B4-BE49-F238E27FC236}">
                    <a16:creationId xmlns:a16="http://schemas.microsoft.com/office/drawing/2014/main" id="{83BA823C-B379-48EA-824B-D7CAD628B1D4}"/>
                  </a:ext>
                </a:extLst>
              </p:cNvPr>
              <p:cNvSpPr>
                <a:spLocks noChangeArrowheads="1"/>
              </p:cNvSpPr>
              <p:nvPr/>
            </p:nvSpPr>
            <p:spPr bwMode="auto">
              <a:xfrm>
                <a:off x="169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9" name="Oval 65">
                <a:extLst>
                  <a:ext uri="{FF2B5EF4-FFF2-40B4-BE49-F238E27FC236}">
                    <a16:creationId xmlns:a16="http://schemas.microsoft.com/office/drawing/2014/main" id="{F870A753-DA68-4D3C-BD13-6412D2C1133E}"/>
                  </a:ext>
                </a:extLst>
              </p:cNvPr>
              <p:cNvSpPr>
                <a:spLocks noChangeArrowheads="1"/>
              </p:cNvSpPr>
              <p:nvPr/>
            </p:nvSpPr>
            <p:spPr bwMode="auto">
              <a:xfrm>
                <a:off x="173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50" name="Freeform 66">
                <a:extLst>
                  <a:ext uri="{FF2B5EF4-FFF2-40B4-BE49-F238E27FC236}">
                    <a16:creationId xmlns:a16="http://schemas.microsoft.com/office/drawing/2014/main" id="{2D0A2D2F-C39C-49E7-8203-B539A66E66B1}"/>
                  </a:ext>
                </a:extLst>
              </p:cNvPr>
              <p:cNvSpPr>
                <a:spLocks noEditPoints="1"/>
              </p:cNvSpPr>
              <p:nvPr/>
            </p:nvSpPr>
            <p:spPr bwMode="auto">
              <a:xfrm>
                <a:off x="1774" y="925"/>
                <a:ext cx="119" cy="120"/>
              </a:xfrm>
              <a:custGeom>
                <a:avLst/>
                <a:gdLst>
                  <a:gd name="T0" fmla="*/ 181 w 181"/>
                  <a:gd name="T1" fmla="*/ 169 h 183"/>
                  <a:gd name="T2" fmla="*/ 123 w 181"/>
                  <a:gd name="T3" fmla="*/ 111 h 183"/>
                  <a:gd name="T4" fmla="*/ 137 w 181"/>
                  <a:gd name="T5" fmla="*/ 69 h 183"/>
                  <a:gd name="T6" fmla="*/ 68 w 181"/>
                  <a:gd name="T7" fmla="*/ 0 h 183"/>
                  <a:gd name="T8" fmla="*/ 0 w 181"/>
                  <a:gd name="T9" fmla="*/ 69 h 183"/>
                  <a:gd name="T10" fmla="*/ 68 w 181"/>
                  <a:gd name="T11" fmla="*/ 138 h 183"/>
                  <a:gd name="T12" fmla="*/ 108 w 181"/>
                  <a:gd name="T13" fmla="*/ 125 h 183"/>
                  <a:gd name="T14" fmla="*/ 167 w 181"/>
                  <a:gd name="T15" fmla="*/ 183 h 183"/>
                  <a:gd name="T16" fmla="*/ 181 w 181"/>
                  <a:gd name="T17" fmla="*/ 169 h 183"/>
                  <a:gd name="T18" fmla="*/ 68 w 181"/>
                  <a:gd name="T19" fmla="*/ 118 h 183"/>
                  <a:gd name="T20" fmla="*/ 20 w 181"/>
                  <a:gd name="T21" fmla="*/ 69 h 183"/>
                  <a:gd name="T22" fmla="*/ 68 w 181"/>
                  <a:gd name="T23" fmla="*/ 21 h 183"/>
                  <a:gd name="T24" fmla="*/ 117 w 181"/>
                  <a:gd name="T25" fmla="*/ 69 h 183"/>
                  <a:gd name="T26" fmla="*/ 68 w 181"/>
                  <a:gd name="T27" fmla="*/ 11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183">
                    <a:moveTo>
                      <a:pt x="181" y="169"/>
                    </a:moveTo>
                    <a:cubicBezTo>
                      <a:pt x="123" y="111"/>
                      <a:pt x="123" y="111"/>
                      <a:pt x="123" y="111"/>
                    </a:cubicBezTo>
                    <a:cubicBezTo>
                      <a:pt x="132" y="99"/>
                      <a:pt x="137" y="85"/>
                      <a:pt x="137" y="69"/>
                    </a:cubicBezTo>
                    <a:cubicBezTo>
                      <a:pt x="137" y="31"/>
                      <a:pt x="106" y="0"/>
                      <a:pt x="68" y="0"/>
                    </a:cubicBezTo>
                    <a:cubicBezTo>
                      <a:pt x="30" y="0"/>
                      <a:pt x="0" y="31"/>
                      <a:pt x="0" y="69"/>
                    </a:cubicBezTo>
                    <a:cubicBezTo>
                      <a:pt x="0" y="107"/>
                      <a:pt x="30" y="138"/>
                      <a:pt x="68" y="138"/>
                    </a:cubicBezTo>
                    <a:cubicBezTo>
                      <a:pt x="83" y="138"/>
                      <a:pt x="97" y="133"/>
                      <a:pt x="108" y="125"/>
                    </a:cubicBezTo>
                    <a:cubicBezTo>
                      <a:pt x="167" y="183"/>
                      <a:pt x="167" y="183"/>
                      <a:pt x="167" y="183"/>
                    </a:cubicBezTo>
                    <a:lnTo>
                      <a:pt x="181" y="169"/>
                    </a:lnTo>
                    <a:close/>
                    <a:moveTo>
                      <a:pt x="68" y="118"/>
                    </a:moveTo>
                    <a:cubicBezTo>
                      <a:pt x="42" y="118"/>
                      <a:pt x="20" y="96"/>
                      <a:pt x="20" y="69"/>
                    </a:cubicBezTo>
                    <a:cubicBezTo>
                      <a:pt x="20" y="42"/>
                      <a:pt x="42" y="21"/>
                      <a:pt x="68" y="21"/>
                    </a:cubicBezTo>
                    <a:cubicBezTo>
                      <a:pt x="95" y="21"/>
                      <a:pt x="117" y="42"/>
                      <a:pt x="117" y="69"/>
                    </a:cubicBezTo>
                    <a:cubicBezTo>
                      <a:pt x="117" y="96"/>
                      <a:pt x="95" y="118"/>
                      <a:pt x="68" y="11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51" name="Rectangle 750">
              <a:extLst>
                <a:ext uri="{FF2B5EF4-FFF2-40B4-BE49-F238E27FC236}">
                  <a16:creationId xmlns:a16="http://schemas.microsoft.com/office/drawing/2014/main" id="{BA6B3D23-3F91-477D-8271-2C09AA2514BC}"/>
                </a:ext>
              </a:extLst>
            </p:cNvPr>
            <p:cNvSpPr/>
            <p:nvPr/>
          </p:nvSpPr>
          <p:spPr bwMode="auto">
            <a:xfrm>
              <a:off x="8664397" y="1259486"/>
              <a:ext cx="1265416"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2" name="Rectangle 751">
              <a:extLst>
                <a:ext uri="{FF2B5EF4-FFF2-40B4-BE49-F238E27FC236}">
                  <a16:creationId xmlns:a16="http://schemas.microsoft.com/office/drawing/2014/main" id="{F3C452AE-CC1F-485F-BD58-B7270ECFD3CB}"/>
                </a:ext>
              </a:extLst>
            </p:cNvPr>
            <p:cNvSpPr/>
            <p:nvPr/>
          </p:nvSpPr>
          <p:spPr bwMode="auto">
            <a:xfrm>
              <a:off x="8909376" y="1265404"/>
              <a:ext cx="809499" cy="15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Actioning</a:t>
              </a:r>
            </a:p>
          </p:txBody>
        </p:sp>
        <p:pic>
          <p:nvPicPr>
            <p:cNvPr id="202" name="Graphic 201">
              <a:extLst>
                <a:ext uri="{FF2B5EF4-FFF2-40B4-BE49-F238E27FC236}">
                  <a16:creationId xmlns:a16="http://schemas.microsoft.com/office/drawing/2014/main" id="{C4041097-FBF9-45D2-8546-4A960044C9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54200" y="1298694"/>
              <a:ext cx="116843" cy="115017"/>
            </a:xfrm>
            <a:prstGeom prst="rect">
              <a:avLst/>
            </a:prstGeom>
          </p:spPr>
        </p:pic>
        <p:cxnSp>
          <p:nvCxnSpPr>
            <p:cNvPr id="209" name="Straight Connector 208">
              <a:extLst>
                <a:ext uri="{FF2B5EF4-FFF2-40B4-BE49-F238E27FC236}">
                  <a16:creationId xmlns:a16="http://schemas.microsoft.com/office/drawing/2014/main" id="{205A2F5A-C60E-43EA-8423-8FC91FE0899C}"/>
                </a:ext>
              </a:extLst>
            </p:cNvPr>
            <p:cNvCxnSpPr>
              <a:cxnSpLocks/>
            </p:cNvCxnSpPr>
            <p:nvPr/>
          </p:nvCxnSpPr>
          <p:spPr>
            <a:xfrm>
              <a:off x="9929813" y="1420349"/>
              <a:ext cx="0"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7" name="Event Hubs" descr="Event Hubs">
              <a:extLst>
                <a:ext uri="{FF2B5EF4-FFF2-40B4-BE49-F238E27FC236}">
                  <a16:creationId xmlns:a16="http://schemas.microsoft.com/office/drawing/2014/main" id="{2AE0FE26-69B0-7CED-3E10-D15FCA0CD1B1}"/>
                </a:ext>
              </a:extLst>
            </p:cNvPr>
            <p:cNvPicPr>
              <a:picLocks noChangeAspect="1"/>
            </p:cNvPicPr>
            <p:nvPr/>
          </p:nvPicPr>
          <p:blipFill>
            <a:blip r:embed="rId5"/>
            <a:stretch>
              <a:fillRect/>
            </a:stretch>
          </p:blipFill>
          <p:spPr>
            <a:xfrm>
              <a:off x="7207926" y="1822527"/>
              <a:ext cx="233868" cy="246263"/>
            </a:xfrm>
            <a:prstGeom prst="rect">
              <a:avLst/>
            </a:prstGeom>
          </p:spPr>
        </p:pic>
        <p:sp>
          <p:nvSpPr>
            <p:cNvPr id="48" name="Rectangle 47">
              <a:extLst>
                <a:ext uri="{FF2B5EF4-FFF2-40B4-BE49-F238E27FC236}">
                  <a16:creationId xmlns:a16="http://schemas.microsoft.com/office/drawing/2014/main" id="{AD6F8CCA-389B-B4DE-C408-C278DFC3D272}"/>
                </a:ext>
              </a:extLst>
            </p:cNvPr>
            <p:cNvSpPr/>
            <p:nvPr/>
          </p:nvSpPr>
          <p:spPr bwMode="auto">
            <a:xfrm>
              <a:off x="9054041" y="1665890"/>
              <a:ext cx="1013221"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Consumers</a:t>
              </a:r>
            </a:p>
          </p:txBody>
        </p:sp>
        <p:sp>
          <p:nvSpPr>
            <p:cNvPr id="168" name="Rectangle 167">
              <a:extLst>
                <a:ext uri="{FF2B5EF4-FFF2-40B4-BE49-F238E27FC236}">
                  <a16:creationId xmlns:a16="http://schemas.microsoft.com/office/drawing/2014/main" id="{10562EC5-3D5A-2A03-496B-5222062EDA21}"/>
                </a:ext>
              </a:extLst>
            </p:cNvPr>
            <p:cNvSpPr/>
            <p:nvPr/>
          </p:nvSpPr>
          <p:spPr bwMode="auto">
            <a:xfrm>
              <a:off x="6201814" y="3186991"/>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170" name="Picture 169" descr="A yellow cheetah on a blue background&#10;&#10;Description automatically generated">
              <a:extLst>
                <a:ext uri="{FF2B5EF4-FFF2-40B4-BE49-F238E27FC236}">
                  <a16:creationId xmlns:a16="http://schemas.microsoft.com/office/drawing/2014/main" id="{8A12A2FA-50C3-DA1F-DBDF-DC3E76E1BD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46443" y="3367759"/>
              <a:ext cx="176874" cy="177568"/>
            </a:xfrm>
            <a:prstGeom prst="rect">
              <a:avLst/>
            </a:prstGeom>
          </p:spPr>
        </p:pic>
        <p:pic>
          <p:nvPicPr>
            <p:cNvPr id="77" name="Picture 6" descr="Microsoft Fabric | Logopedia | Fandom">
              <a:extLst>
                <a:ext uri="{FF2B5EF4-FFF2-40B4-BE49-F238E27FC236}">
                  <a16:creationId xmlns:a16="http://schemas.microsoft.com/office/drawing/2014/main" id="{4A85D825-58FC-035E-9709-FB49248F6E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9658" y="3862933"/>
              <a:ext cx="184481" cy="184481"/>
            </a:xfrm>
            <a:prstGeom prst="rect">
              <a:avLst/>
            </a:prstGeom>
            <a:noFill/>
            <a:extLst>
              <a:ext uri="{909E8E84-426E-40DD-AFC4-6F175D3DCCD1}">
                <a14:hiddenFill xmlns:a14="http://schemas.microsoft.com/office/drawing/2010/main">
                  <a:solidFill>
                    <a:srgbClr val="FFFFFF"/>
                  </a:solidFill>
                </a14:hiddenFill>
              </a:ext>
            </a:extLst>
          </p:spPr>
        </p:pic>
        <p:grpSp>
          <p:nvGrpSpPr>
            <p:cNvPr id="99" name="Group 98">
              <a:extLst>
                <a:ext uri="{FF2B5EF4-FFF2-40B4-BE49-F238E27FC236}">
                  <a16:creationId xmlns:a16="http://schemas.microsoft.com/office/drawing/2014/main" id="{55317766-8942-CE9E-8FFE-5CC90FBA8AC2}"/>
                </a:ext>
              </a:extLst>
            </p:cNvPr>
            <p:cNvGrpSpPr/>
            <p:nvPr/>
          </p:nvGrpSpPr>
          <p:grpSpPr>
            <a:xfrm>
              <a:off x="5653892" y="4078244"/>
              <a:ext cx="2914377" cy="1884209"/>
              <a:chOff x="8099402" y="3176360"/>
              <a:chExt cx="2914377" cy="1884209"/>
            </a:xfrm>
          </p:grpSpPr>
          <p:sp>
            <p:nvSpPr>
              <p:cNvPr id="190" name="Rectangle 189">
                <a:extLst>
                  <a:ext uri="{FF2B5EF4-FFF2-40B4-BE49-F238E27FC236}">
                    <a16:creationId xmlns:a16="http://schemas.microsoft.com/office/drawing/2014/main" id="{A10A40F0-EDB3-7D64-FBDD-2DBE4B4B1162}"/>
                  </a:ext>
                </a:extLst>
              </p:cNvPr>
              <p:cNvSpPr/>
              <p:nvPr/>
            </p:nvSpPr>
            <p:spPr bwMode="auto">
              <a:xfrm>
                <a:off x="8099402" y="3176360"/>
                <a:ext cx="2813462" cy="1884209"/>
              </a:xfrm>
              <a:prstGeom prst="rect">
                <a:avLst/>
              </a:prstGeom>
              <a:solidFill>
                <a:schemeClr val="bg1"/>
              </a:solidFill>
              <a:ln w="15875" cap="rnd" cmpd="sng" algn="ctr">
                <a:solidFill>
                  <a:schemeClr val="tx1">
                    <a:lumMod val="95000"/>
                  </a:schemeClr>
                </a:solidFill>
                <a:prstDash val="solid"/>
                <a:headEnd type="none" w="med" len="med"/>
                <a:tailEnd type="none" w="med" len="med"/>
              </a:ln>
              <a:effectLst>
                <a:outerShdw blurRad="63500" algn="ctr"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92" name="Rectangle 191">
                <a:extLst>
                  <a:ext uri="{FF2B5EF4-FFF2-40B4-BE49-F238E27FC236}">
                    <a16:creationId xmlns:a16="http://schemas.microsoft.com/office/drawing/2014/main" id="{D74EBDEA-2D0D-96E7-201B-27CA4606BD0C}"/>
                  </a:ext>
                </a:extLst>
              </p:cNvPr>
              <p:cNvSpPr/>
              <p:nvPr/>
            </p:nvSpPr>
            <p:spPr bwMode="auto">
              <a:xfrm>
                <a:off x="8292392" y="3360504"/>
                <a:ext cx="2721387" cy="1520097"/>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000000"/>
                        </a:gs>
                        <a:gs pos="100000">
                          <a:srgbClr val="000000">
                            <a:lumMod val="85000"/>
                          </a:srgbClr>
                        </a:gs>
                      </a:gsLst>
                      <a:lin ang="2700000" scaled="1"/>
                    </a:gradFill>
                    <a:effectLst/>
                    <a:uLnTx/>
                    <a:uFill>
                      <a:solidFill>
                        <a:srgbClr val="50E6FF"/>
                      </a:solidFill>
                    </a:uFill>
                    <a:latin typeface="Cascadia Code" panose="020B0609020000020004" pitchFamily="49" charset="0"/>
                    <a:ea typeface="Segoe UI" pitchFamily="34" charset="0"/>
                    <a:cs typeface="Cascadia Code" panose="020B0609020000020004" pitchFamily="49" charset="0"/>
                  </a:rPr>
                  <a:t>Arbitrary Stateful Processing</a:t>
                </a:r>
              </a:p>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Basically, Spark guarantees a callback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f(x)</a:t>
                </a:r>
                <a:r>
                  <a:rPr kumimoji="0" lang="en-US" sz="800" b="0"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will execute with a microbatch of all events related to a key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Spark also guarantees a event-time based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timeout</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callback, if events don’t arrive for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1" i="0" u="none" strike="noStrike" kern="0" cap="none" spc="0" normalizeH="0" baseline="0" noProof="0">
                    <a:ln>
                      <a:noFill/>
                    </a:ln>
                    <a:solidFill>
                      <a:srgbClr val="DA2430"/>
                    </a:solidFill>
                    <a:effectLst/>
                    <a:uLnTx/>
                    <a:uFillTx/>
                    <a:latin typeface="Cascadia Code" panose="020B0609020000020004" pitchFamily="49" charset="0"/>
                    <a:ea typeface="Segoe UI" pitchFamily="34" charset="0"/>
                    <a:cs typeface="Cascadia Code" panose="020B0609020000020004" pitchFamily="49" charset="0"/>
                  </a:rPr>
                  <a:t>(heartbeat offline)</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Key differentiator:</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massively scalable because of Spark’s horizontal scalability (</a:t>
                </a:r>
                <a:r>
                  <a:rPr kumimoji="0" lang="en-US" sz="8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million+ events/min</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with guaranteed latency.</a:t>
                </a: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1"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Use cases:</a:t>
                </a:r>
                <a:r>
                  <a:rPr kumimoji="0" lang="en-US" sz="800" b="0"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ClickStream Analytics, IoT Heartbeat</a:t>
                </a:r>
                <a:endParaRPr kumimoji="0" lang="en-US" sz="1100" b="1" i="1"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endParaRPr>
              </a:p>
            </p:txBody>
          </p:sp>
          <p:pic>
            <p:nvPicPr>
              <p:cNvPr id="193" name="Graphic 192">
                <a:extLst>
                  <a:ext uri="{FF2B5EF4-FFF2-40B4-BE49-F238E27FC236}">
                    <a16:creationId xmlns:a16="http://schemas.microsoft.com/office/drawing/2014/main" id="{C430D0C7-BD6E-8839-CB64-4F0E998453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60616" y="3314052"/>
                <a:ext cx="228600" cy="228600"/>
              </a:xfrm>
              <a:prstGeom prst="rect">
                <a:avLst/>
              </a:prstGeom>
            </p:spPr>
          </p:pic>
        </p:grpSp>
        <p:pic>
          <p:nvPicPr>
            <p:cNvPr id="14" name="Picture 4" descr="Apache, spark, logo Icon in Vector Logo">
              <a:extLst>
                <a:ext uri="{FF2B5EF4-FFF2-40B4-BE49-F238E27FC236}">
                  <a16:creationId xmlns:a16="http://schemas.microsoft.com/office/drawing/2014/main" id="{DAB6D2BC-C941-970B-488E-E746906D36B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0529" y="2765957"/>
              <a:ext cx="403701" cy="4037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347C6E54-5C3B-E087-994F-470E822EF303}"/>
                </a:ext>
              </a:extLst>
            </p:cNvPr>
            <p:cNvSpPr/>
            <p:nvPr/>
          </p:nvSpPr>
          <p:spPr bwMode="auto">
            <a:xfrm>
              <a:off x="5852157" y="1691224"/>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b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a:t>
              </a:r>
            </a:p>
          </p:txBody>
        </p:sp>
        <p:pic>
          <p:nvPicPr>
            <p:cNvPr id="10" name="Event Hubs" descr="Event Hubs">
              <a:extLst>
                <a:ext uri="{FF2B5EF4-FFF2-40B4-BE49-F238E27FC236}">
                  <a16:creationId xmlns:a16="http://schemas.microsoft.com/office/drawing/2014/main" id="{9BD43A92-9B82-5FCE-E9E4-D7C535E0708E}"/>
                </a:ext>
              </a:extLst>
            </p:cNvPr>
            <p:cNvPicPr>
              <a:picLocks noChangeAspect="1"/>
            </p:cNvPicPr>
            <p:nvPr/>
          </p:nvPicPr>
          <p:blipFill>
            <a:blip r:embed="rId5"/>
            <a:stretch>
              <a:fillRect/>
            </a:stretch>
          </p:blipFill>
          <p:spPr>
            <a:xfrm>
              <a:off x="5747062" y="1848678"/>
              <a:ext cx="233868" cy="246263"/>
            </a:xfrm>
            <a:prstGeom prst="rect">
              <a:avLst/>
            </a:prstGeom>
          </p:spPr>
        </p:pic>
        <p:sp>
          <p:nvSpPr>
            <p:cNvPr id="38" name="Rectangle 37">
              <a:extLst>
                <a:ext uri="{FF2B5EF4-FFF2-40B4-BE49-F238E27FC236}">
                  <a16:creationId xmlns:a16="http://schemas.microsoft.com/office/drawing/2014/main" id="{73E69E16-998F-4DE6-A6A6-B972F1E4D134}"/>
                </a:ext>
              </a:extLst>
            </p:cNvPr>
            <p:cNvSpPr/>
            <p:nvPr/>
          </p:nvSpPr>
          <p:spPr bwMode="auto">
            <a:xfrm>
              <a:off x="7313021" y="1665073"/>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a:t>
              </a:r>
            </a:p>
          </p:txBody>
        </p:sp>
        <p:pic>
          <p:nvPicPr>
            <p:cNvPr id="31" name="Graphic 30">
              <a:extLst>
                <a:ext uri="{FF2B5EF4-FFF2-40B4-BE49-F238E27FC236}">
                  <a16:creationId xmlns:a16="http://schemas.microsoft.com/office/drawing/2014/main" id="{929CAA41-084E-7630-DD94-04261CAC05F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15190" y="1820637"/>
              <a:ext cx="262697" cy="262697"/>
            </a:xfrm>
            <a:prstGeom prst="rect">
              <a:avLst/>
            </a:prstGeom>
          </p:spPr>
        </p:pic>
        <p:pic>
          <p:nvPicPr>
            <p:cNvPr id="32" name="Graphic 31">
              <a:extLst>
                <a:ext uri="{FF2B5EF4-FFF2-40B4-BE49-F238E27FC236}">
                  <a16:creationId xmlns:a16="http://schemas.microsoft.com/office/drawing/2014/main" id="{B1E6766A-E877-263E-96F8-08F96552C0F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03570" y="1806073"/>
              <a:ext cx="262697" cy="262697"/>
            </a:xfrm>
            <a:prstGeom prst="rect">
              <a:avLst/>
            </a:prstGeom>
          </p:spPr>
        </p:pic>
        <p:grpSp>
          <p:nvGrpSpPr>
            <p:cNvPr id="34" name="Group 33">
              <a:extLst>
                <a:ext uri="{FF2B5EF4-FFF2-40B4-BE49-F238E27FC236}">
                  <a16:creationId xmlns:a16="http://schemas.microsoft.com/office/drawing/2014/main" id="{7C027385-03FA-9629-7FAC-101C484FD332}"/>
                </a:ext>
              </a:extLst>
            </p:cNvPr>
            <p:cNvGrpSpPr/>
            <p:nvPr/>
          </p:nvGrpSpPr>
          <p:grpSpPr>
            <a:xfrm>
              <a:off x="6366012" y="3451771"/>
              <a:ext cx="1226973" cy="404075"/>
              <a:chOff x="5400851" y="3713092"/>
              <a:chExt cx="1226973" cy="404075"/>
            </a:xfrm>
          </p:grpSpPr>
          <p:sp>
            <p:nvSpPr>
              <p:cNvPr id="145" name="Rectangle 144">
                <a:extLst>
                  <a:ext uri="{FF2B5EF4-FFF2-40B4-BE49-F238E27FC236}">
                    <a16:creationId xmlns:a16="http://schemas.microsoft.com/office/drawing/2014/main" id="{41600785-E637-5B29-A8BF-C842B8C913C9}"/>
                  </a:ext>
                </a:extLst>
              </p:cNvPr>
              <p:cNvSpPr/>
              <p:nvPr/>
            </p:nvSpPr>
            <p:spPr bwMode="auto">
              <a:xfrm>
                <a:off x="5400851" y="3713092"/>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33" name="Picture 32" descr="How Azure OneLake will revolutionize the way we manage and ...">
                <a:extLst>
                  <a:ext uri="{FF2B5EF4-FFF2-40B4-BE49-F238E27FC236}">
                    <a16:creationId xmlns:a16="http://schemas.microsoft.com/office/drawing/2014/main" id="{CD7FCACD-EF21-98DB-2BA8-7B8499B41E6B}"/>
                  </a:ext>
                </a:extLst>
              </p:cNvPr>
              <p:cNvPicPr>
                <a:picLocks noChangeAspect="1"/>
              </p:cNvPicPr>
              <p:nvPr/>
            </p:nvPicPr>
            <p:blipFill>
              <a:blip r:embed="rId13"/>
              <a:srcRect b="16396"/>
              <a:stretch>
                <a:fillRect/>
              </a:stretch>
            </p:blipFill>
            <p:spPr>
              <a:xfrm>
                <a:off x="5736147" y="3871164"/>
                <a:ext cx="95370" cy="99667"/>
              </a:xfrm>
              <a:prstGeom prst="rect">
                <a:avLst/>
              </a:prstGeom>
            </p:spPr>
          </p:pic>
        </p:grpSp>
        <p:cxnSp>
          <p:nvCxnSpPr>
            <p:cNvPr id="57" name="Straight Connector 56">
              <a:extLst>
                <a:ext uri="{FF2B5EF4-FFF2-40B4-BE49-F238E27FC236}">
                  <a16:creationId xmlns:a16="http://schemas.microsoft.com/office/drawing/2014/main" id="{676C9B5E-B4BB-0446-29AA-15F238650DF6}"/>
                </a:ext>
              </a:extLst>
            </p:cNvPr>
            <p:cNvCxnSpPr>
              <a:cxnSpLocks/>
            </p:cNvCxnSpPr>
            <p:nvPr/>
          </p:nvCxnSpPr>
          <p:spPr>
            <a:xfrm>
              <a:off x="4073064" y="1369168"/>
              <a:ext cx="0" cy="4707782"/>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C3616BB0-5101-8F03-55B0-CE79A24148A5}"/>
                </a:ext>
              </a:extLst>
            </p:cNvPr>
            <p:cNvCxnSpPr>
              <a:cxnSpLocks/>
              <a:stCxn id="132" idx="3"/>
              <a:endCxn id="101" idx="1"/>
            </p:cNvCxnSpPr>
            <p:nvPr/>
          </p:nvCxnSpPr>
          <p:spPr>
            <a:xfrm>
              <a:off x="5248929" y="1963573"/>
              <a:ext cx="441262" cy="10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09" name="Graphic 108">
              <a:extLst>
                <a:ext uri="{FF2B5EF4-FFF2-40B4-BE49-F238E27FC236}">
                  <a16:creationId xmlns:a16="http://schemas.microsoft.com/office/drawing/2014/main" id="{2F3D1E18-BBC9-AAED-CE8F-626B1759A75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312826" y="1861027"/>
              <a:ext cx="229481" cy="229481"/>
            </a:xfrm>
            <a:prstGeom prst="rect">
              <a:avLst/>
            </a:prstGeom>
          </p:spPr>
        </p:pic>
        <p:pic>
          <p:nvPicPr>
            <p:cNvPr id="113" name="Picture 112" descr="Lakehouse">
              <a:extLst>
                <a:ext uri="{FF2B5EF4-FFF2-40B4-BE49-F238E27FC236}">
                  <a16:creationId xmlns:a16="http://schemas.microsoft.com/office/drawing/2014/main" id="{80C3E4C6-7C03-3027-1DC1-29FBB4FF0D47}"/>
                </a:ext>
              </a:extLst>
            </p:cNvPr>
            <p:cNvPicPr>
              <a:picLocks noChangeAspect="1"/>
            </p:cNvPicPr>
            <p:nvPr/>
          </p:nvPicPr>
          <p:blipFill>
            <a:blip r:embed="rId16"/>
            <a:stretch>
              <a:fillRect/>
            </a:stretch>
          </p:blipFill>
          <p:spPr>
            <a:xfrm>
              <a:off x="5853732" y="3685685"/>
              <a:ext cx="329389" cy="329389"/>
            </a:xfrm>
            <a:prstGeom prst="rect">
              <a:avLst/>
            </a:prstGeom>
          </p:spPr>
        </p:pic>
        <p:pic>
          <p:nvPicPr>
            <p:cNvPr id="114" name="Picture 113" descr="Eventstream">
              <a:extLst>
                <a:ext uri="{FF2B5EF4-FFF2-40B4-BE49-F238E27FC236}">
                  <a16:creationId xmlns:a16="http://schemas.microsoft.com/office/drawing/2014/main" id="{F0BA69F9-540B-86EF-5966-455D3D39E87A}"/>
                </a:ext>
              </a:extLst>
            </p:cNvPr>
            <p:cNvPicPr>
              <a:picLocks noChangeAspect="1"/>
            </p:cNvPicPr>
            <p:nvPr/>
          </p:nvPicPr>
          <p:blipFill>
            <a:blip r:embed="rId17"/>
            <a:stretch>
              <a:fillRect/>
            </a:stretch>
          </p:blipFill>
          <p:spPr>
            <a:xfrm>
              <a:off x="6802782" y="1790441"/>
              <a:ext cx="311417" cy="311417"/>
            </a:xfrm>
            <a:prstGeom prst="rect">
              <a:avLst/>
            </a:prstGeom>
          </p:spPr>
        </p:pic>
        <p:cxnSp>
          <p:nvCxnSpPr>
            <p:cNvPr id="115" name="Straight Arrow Connector 114">
              <a:extLst>
                <a:ext uri="{FF2B5EF4-FFF2-40B4-BE49-F238E27FC236}">
                  <a16:creationId xmlns:a16="http://schemas.microsoft.com/office/drawing/2014/main" id="{4438F9A8-9D96-1058-F1A4-FFB859D3921E}"/>
                </a:ext>
              </a:extLst>
            </p:cNvPr>
            <p:cNvCxnSpPr>
              <a:cxnSpLocks/>
              <a:stCxn id="101" idx="2"/>
            </p:cNvCxnSpPr>
            <p:nvPr/>
          </p:nvCxnSpPr>
          <p:spPr>
            <a:xfrm>
              <a:off x="6214841" y="2223263"/>
              <a:ext cx="0" cy="39770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18" name="Straight Arrow Connector 117">
              <a:extLst>
                <a:ext uri="{FF2B5EF4-FFF2-40B4-BE49-F238E27FC236}">
                  <a16:creationId xmlns:a16="http://schemas.microsoft.com/office/drawing/2014/main" id="{78FE821C-600F-48C1-03B6-BF6682B624FB}"/>
                </a:ext>
              </a:extLst>
            </p:cNvPr>
            <p:cNvCxnSpPr>
              <a:cxnSpLocks/>
            </p:cNvCxnSpPr>
            <p:nvPr/>
          </p:nvCxnSpPr>
          <p:spPr>
            <a:xfrm flipH="1" flipV="1">
              <a:off x="7656244" y="2187075"/>
              <a:ext cx="5780" cy="42634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grpSp>
          <p:nvGrpSpPr>
            <p:cNvPr id="130" name="Group 129">
              <a:extLst>
                <a:ext uri="{FF2B5EF4-FFF2-40B4-BE49-F238E27FC236}">
                  <a16:creationId xmlns:a16="http://schemas.microsoft.com/office/drawing/2014/main" id="{50942821-4FED-F2E1-2D17-00AE0AFDC57C}"/>
                </a:ext>
              </a:extLst>
            </p:cNvPr>
            <p:cNvGrpSpPr/>
            <p:nvPr/>
          </p:nvGrpSpPr>
          <p:grpSpPr>
            <a:xfrm>
              <a:off x="7784079" y="2054235"/>
              <a:ext cx="1379971" cy="838923"/>
              <a:chOff x="8184668" y="2235922"/>
              <a:chExt cx="1379971" cy="838923"/>
            </a:xfrm>
          </p:grpSpPr>
          <p:sp>
            <p:nvSpPr>
              <p:cNvPr id="128" name="Rectangle 127">
                <a:extLst>
                  <a:ext uri="{FF2B5EF4-FFF2-40B4-BE49-F238E27FC236}">
                    <a16:creationId xmlns:a16="http://schemas.microsoft.com/office/drawing/2014/main" id="{B629FC10-1DFF-02A9-E05D-20B37C91277D}"/>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7" name="Group 126">
                <a:extLst>
                  <a:ext uri="{FF2B5EF4-FFF2-40B4-BE49-F238E27FC236}">
                    <a16:creationId xmlns:a16="http://schemas.microsoft.com/office/drawing/2014/main" id="{EB556EDD-CCD5-07A3-FFAF-6C0BD93B4805}"/>
                  </a:ext>
                </a:extLst>
              </p:cNvPr>
              <p:cNvGrpSpPr/>
              <p:nvPr/>
            </p:nvGrpSpPr>
            <p:grpSpPr>
              <a:xfrm>
                <a:off x="8233492" y="2235922"/>
                <a:ext cx="1331147" cy="838923"/>
                <a:chOff x="8695830" y="2684363"/>
                <a:chExt cx="1331147" cy="838923"/>
              </a:xfrm>
            </p:grpSpPr>
            <p:pic>
              <p:nvPicPr>
                <p:cNvPr id="125" name="Graphic 124">
                  <a:extLst>
                    <a:ext uri="{FF2B5EF4-FFF2-40B4-BE49-F238E27FC236}">
                      <a16:creationId xmlns:a16="http://schemas.microsoft.com/office/drawing/2014/main" id="{8A0F5A1C-22D1-0039-0B28-CB03AAC137A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695830" y="2898640"/>
                  <a:ext cx="314813" cy="314813"/>
                </a:xfrm>
                <a:prstGeom prst="rect">
                  <a:avLst/>
                </a:prstGeom>
              </p:spPr>
            </p:pic>
            <p:sp>
              <p:nvSpPr>
                <p:cNvPr id="126" name="Rectangle 125">
                  <a:extLst>
                    <a:ext uri="{FF2B5EF4-FFF2-40B4-BE49-F238E27FC236}">
                      <a16:creationId xmlns:a16="http://schemas.microsoft.com/office/drawing/2014/main" id="{FE2ABAD3-4630-0D64-2CF0-6C86B6660D5B}"/>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cxnSp>
          <p:nvCxnSpPr>
            <p:cNvPr id="137" name="Straight Arrow Connector 136">
              <a:extLst>
                <a:ext uri="{FF2B5EF4-FFF2-40B4-BE49-F238E27FC236}">
                  <a16:creationId xmlns:a16="http://schemas.microsoft.com/office/drawing/2014/main" id="{8F99C1FE-A646-95C4-14AA-804FDD6B0023}"/>
                </a:ext>
              </a:extLst>
            </p:cNvPr>
            <p:cNvCxnSpPr>
              <a:cxnSpLocks/>
              <a:stCxn id="103" idx="3"/>
              <a:endCxn id="136" idx="1"/>
            </p:cNvCxnSpPr>
            <p:nvPr/>
          </p:nvCxnSpPr>
          <p:spPr>
            <a:xfrm>
              <a:off x="8180007" y="1937421"/>
              <a:ext cx="617750" cy="691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51" name="Graphic 150">
              <a:extLst>
                <a:ext uri="{FF2B5EF4-FFF2-40B4-BE49-F238E27FC236}">
                  <a16:creationId xmlns:a16="http://schemas.microsoft.com/office/drawing/2014/main" id="{29A614A8-B36D-C077-B5F9-A444D764D03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99116" y="1841419"/>
              <a:ext cx="227351" cy="227351"/>
            </a:xfrm>
            <a:prstGeom prst="rect">
              <a:avLst/>
            </a:prstGeom>
          </p:spPr>
        </p:pic>
      </p:grpSp>
    </p:spTree>
    <p:extLst>
      <p:ext uri="{BB962C8B-B14F-4D97-AF65-F5344CB8AC3E}">
        <p14:creationId xmlns:p14="http://schemas.microsoft.com/office/powerpoint/2010/main" val="3289808765"/>
      </p:ext>
    </p:extLst>
  </p:cSld>
  <p:clrMapOvr>
    <a:masterClrMapping/>
  </p:clrMapOvr>
  <p:transition>
    <p:fade/>
  </p:transition>
</p:sld>
</file>

<file path=ppt/theme/theme1.xml><?xml version="1.0" encoding="utf-8"?>
<a:theme xmlns:a="http://schemas.openxmlformats.org/drawingml/2006/main" name="1_White Template">
  <a:themeElements>
    <a:clrScheme name="TS_20_Teal on White">
      <a:dk1>
        <a:srgbClr val="000000"/>
      </a:dk1>
      <a:lt1>
        <a:srgbClr val="FFFFFF"/>
      </a:lt1>
      <a:dk2>
        <a:srgbClr val="274B47"/>
      </a:dk2>
      <a:lt2>
        <a:srgbClr val="E6E6E6"/>
      </a:lt2>
      <a:accent1>
        <a:srgbClr val="008575"/>
      </a:accent1>
      <a:accent2>
        <a:srgbClr val="274B47"/>
      </a:accent2>
      <a:accent3>
        <a:srgbClr val="50E6FF"/>
      </a:accent3>
      <a:accent4>
        <a:srgbClr val="0078D4"/>
      </a:accent4>
      <a:accent5>
        <a:srgbClr val="243A5E"/>
      </a:accent5>
      <a:accent6>
        <a:srgbClr val="737373"/>
      </a:accent6>
      <a:hlink>
        <a:srgbClr val="008575"/>
      </a:hlink>
      <a:folHlink>
        <a:srgbClr val="00857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7.potx" id="{38B949A8-B0F9-42B1-8EAB-90FE813F2E82}" vid="{DAD8D2DF-92EF-4645-90C4-AC83445A57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36</TotalTime>
  <Words>140</Words>
  <Application>Microsoft Office PowerPoint</Application>
  <PresentationFormat>Widescreen</PresentationFormat>
  <Paragraphs>20</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Calibri</vt:lpstr>
      <vt:lpstr>Cascadia Code</vt:lpstr>
      <vt:lpstr>Consolas</vt:lpstr>
      <vt:lpstr>Segoe UI</vt:lpstr>
      <vt:lpstr>Segoe UI Semibold</vt:lpstr>
      <vt:lpstr>Wingdings</vt:lpstr>
      <vt:lpstr>1_White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Raki Rahman</dc:creator>
  <cp:lastModifiedBy>Raki Rahman</cp:lastModifiedBy>
  <cp:revision>4</cp:revision>
  <dcterms:created xsi:type="dcterms:W3CDTF">2026-01-19T18:29:05Z</dcterms:created>
  <dcterms:modified xsi:type="dcterms:W3CDTF">2026-01-19T19:06:04Z</dcterms:modified>
</cp:coreProperties>
</file>